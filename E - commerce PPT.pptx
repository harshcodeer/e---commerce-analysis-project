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1119" r:id="rId2"/>
    <p:sldId id="1497" r:id="rId3"/>
    <p:sldId id="1518" r:id="rId4"/>
    <p:sldId id="1503" r:id="rId5"/>
    <p:sldId id="1505" r:id="rId6"/>
    <p:sldId id="1524" r:id="rId7"/>
    <p:sldId id="1506" r:id="rId8"/>
    <p:sldId id="1504" r:id="rId9"/>
    <p:sldId id="1527" r:id="rId10"/>
    <p:sldId id="1529" r:id="rId11"/>
    <p:sldId id="1519" r:id="rId12"/>
    <p:sldId id="1526" r:id="rId13"/>
    <p:sldId id="1530" r:id="rId14"/>
    <p:sldId id="1521" r:id="rId15"/>
    <p:sldId id="1522" r:id="rId16"/>
    <p:sldId id="1523" r:id="rId17"/>
    <p:sldId id="1508" r:id="rId18"/>
    <p:sldId id="1528" r:id="rId19"/>
    <p:sldId id="1507" r:id="rId20"/>
    <p:sldId id="1509" r:id="rId21"/>
    <p:sldId id="1510" r:id="rId22"/>
    <p:sldId id="151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788A1BC-A56B-45DB-9369-CCCCD98981D1}">
          <p14:sldIdLst>
            <p14:sldId id="1119"/>
          </p14:sldIdLst>
        </p14:section>
        <p14:section name="Untitled Section" id="{C8247C24-CB47-4358-9281-E145BCF9395C}">
          <p14:sldIdLst>
            <p14:sldId id="1497"/>
            <p14:sldId id="1518"/>
            <p14:sldId id="1503"/>
            <p14:sldId id="1505"/>
            <p14:sldId id="1524"/>
            <p14:sldId id="1506"/>
            <p14:sldId id="1504"/>
            <p14:sldId id="1527"/>
            <p14:sldId id="1529"/>
            <p14:sldId id="1519"/>
            <p14:sldId id="1526"/>
            <p14:sldId id="1530"/>
            <p14:sldId id="1521"/>
            <p14:sldId id="1522"/>
            <p14:sldId id="1523"/>
            <p14:sldId id="1508"/>
            <p14:sldId id="1528"/>
            <p14:sldId id="1507"/>
            <p14:sldId id="1509"/>
            <p14:sldId id="1510"/>
            <p14:sldId id="15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E0C1FF"/>
    <a:srgbClr val="2CB22F"/>
    <a:srgbClr val="AEFCFC"/>
    <a:srgbClr val="CC99FF"/>
    <a:srgbClr val="00589A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B3FF6E-9745-CE23-4D92-DAFD3E119D36}" v="3340" dt="2026-05-05T22:31:49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26" autoAdjust="0"/>
  </p:normalViewPr>
  <p:slideViewPr>
    <p:cSldViewPr snapToGrid="0">
      <p:cViewPr varScale="1">
        <p:scale>
          <a:sx n="75" d="100"/>
          <a:sy n="75" d="100"/>
        </p:scale>
        <p:origin x="902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 balyan" userId="b58c3dbcc75ad324" providerId="Windows Live" clId="Web-{B0B3FF6E-9745-CE23-4D92-DAFD3E119D36}"/>
    <pc:docChg chg="addSld delSld modSld">
      <pc:chgData name="dev balyan" userId="b58c3dbcc75ad324" providerId="Windows Live" clId="Web-{B0B3FF6E-9745-CE23-4D92-DAFD3E119D36}" dt="2026-05-05T22:31:49.813" v="2357" actId="1076"/>
      <pc:docMkLst>
        <pc:docMk/>
      </pc:docMkLst>
      <pc:sldChg chg="del">
        <pc:chgData name="dev balyan" userId="b58c3dbcc75ad324" providerId="Windows Live" clId="Web-{B0B3FF6E-9745-CE23-4D92-DAFD3E119D36}" dt="2026-05-05T21:04:58.567" v="39"/>
        <pc:sldMkLst>
          <pc:docMk/>
          <pc:sldMk cId="3656772840" sldId="301"/>
        </pc:sldMkLst>
      </pc:sldChg>
      <pc:sldChg chg="modSp">
        <pc:chgData name="dev balyan" userId="b58c3dbcc75ad324" providerId="Windows Live" clId="Web-{B0B3FF6E-9745-CE23-4D92-DAFD3E119D36}" dt="2026-05-05T21:03:28.767" v="36" actId="14100"/>
        <pc:sldMkLst>
          <pc:docMk/>
          <pc:sldMk cId="3071345316" sldId="1119"/>
        </pc:sldMkLst>
        <pc:spChg chg="mod">
          <ac:chgData name="dev balyan" userId="b58c3dbcc75ad324" providerId="Windows Live" clId="Web-{B0B3FF6E-9745-CE23-4D92-DAFD3E119D36}" dt="2026-05-05T21:03:28.767" v="36" actId="14100"/>
          <ac:spMkLst>
            <pc:docMk/>
            <pc:sldMk cId="3071345316" sldId="1119"/>
            <ac:spMk id="2" creationId="{566CF642-B155-3EAA-0E23-97793C0E3936}"/>
          </ac:spMkLst>
        </pc:spChg>
      </pc:sldChg>
      <pc:sldChg chg="del">
        <pc:chgData name="dev balyan" userId="b58c3dbcc75ad324" providerId="Windows Live" clId="Web-{B0B3FF6E-9745-CE23-4D92-DAFD3E119D36}" dt="2026-05-05T21:04:53.035" v="38"/>
        <pc:sldMkLst>
          <pc:docMk/>
          <pc:sldMk cId="2708497484" sldId="1496"/>
        </pc:sldMkLst>
      </pc:sldChg>
      <pc:sldChg chg="add">
        <pc:chgData name="dev balyan" userId="b58c3dbcc75ad324" providerId="Windows Live" clId="Web-{B0B3FF6E-9745-CE23-4D92-DAFD3E119D36}" dt="2026-05-05T21:04:50.441" v="37"/>
        <pc:sldMkLst>
          <pc:docMk/>
          <pc:sldMk cId="2867987116" sldId="1497"/>
        </pc:sldMkLst>
      </pc:sldChg>
      <pc:sldChg chg="add">
        <pc:chgData name="dev balyan" userId="b58c3dbcc75ad324" providerId="Windows Live" clId="Web-{B0B3FF6E-9745-CE23-4D92-DAFD3E119D36}" dt="2026-05-05T21:05:11.411" v="40"/>
        <pc:sldMkLst>
          <pc:docMk/>
          <pc:sldMk cId="3812444089" sldId="1503"/>
        </pc:sldMkLst>
      </pc:sldChg>
      <pc:sldChg chg="addSp delSp modSp new">
        <pc:chgData name="dev balyan" userId="b58c3dbcc75ad324" providerId="Windows Live" clId="Web-{B0B3FF6E-9745-CE23-4D92-DAFD3E119D36}" dt="2026-05-05T21:34:07.969" v="967" actId="20577"/>
        <pc:sldMkLst>
          <pc:docMk/>
          <pc:sldMk cId="3122658473" sldId="1504"/>
        </pc:sldMkLst>
        <pc:spChg chg="mod">
          <ac:chgData name="dev balyan" userId="b58c3dbcc75ad324" providerId="Windows Live" clId="Web-{B0B3FF6E-9745-CE23-4D92-DAFD3E119D36}" dt="2026-05-05T21:08:50.026" v="46" actId="1076"/>
          <ac:spMkLst>
            <pc:docMk/>
            <pc:sldMk cId="3122658473" sldId="1504"/>
            <ac:spMk id="2" creationId="{0AFB1A2D-C1BE-A869-CE23-ACB7026314AF}"/>
          </ac:spMkLst>
        </pc:spChg>
        <pc:spChg chg="mod">
          <ac:chgData name="dev balyan" userId="b58c3dbcc75ad324" providerId="Windows Live" clId="Web-{B0B3FF6E-9745-CE23-4D92-DAFD3E119D36}" dt="2026-05-05T21:08:37.525" v="43" actId="1076"/>
          <ac:spMkLst>
            <pc:docMk/>
            <pc:sldMk cId="3122658473" sldId="1504"/>
            <ac:spMk id="3" creationId="{E512C634-6D44-CF22-11E6-1EC7B710DED3}"/>
          </ac:spMkLst>
        </pc:spChg>
        <pc:spChg chg="add del mod">
          <ac:chgData name="dev balyan" userId="b58c3dbcc75ad324" providerId="Windows Live" clId="Web-{B0B3FF6E-9745-CE23-4D92-DAFD3E119D36}" dt="2026-05-05T21:33:14.509" v="956"/>
          <ac:spMkLst>
            <pc:docMk/>
            <pc:sldMk cId="3122658473" sldId="1504"/>
            <ac:spMk id="7" creationId="{50B0F57D-C0FE-FEFD-094B-8456623EA178}"/>
          </ac:spMkLst>
        </pc:spChg>
        <pc:spChg chg="add mod">
          <ac:chgData name="dev balyan" userId="b58c3dbcc75ad324" providerId="Windows Live" clId="Web-{B0B3FF6E-9745-CE23-4D92-DAFD3E119D36}" dt="2026-05-05T21:34:07.969" v="967" actId="20577"/>
          <ac:spMkLst>
            <pc:docMk/>
            <pc:sldMk cId="3122658473" sldId="1504"/>
            <ac:spMk id="8" creationId="{508A5730-B0A1-4D06-6582-DF004BF12479}"/>
          </ac:spMkLst>
        </pc:spChg>
        <pc:graphicFrameChg chg="add mod modGraphic">
          <ac:chgData name="dev balyan" userId="b58c3dbcc75ad324" providerId="Windows Live" clId="Web-{B0B3FF6E-9745-CE23-4D92-DAFD3E119D36}" dt="2026-05-05T21:10:54.560" v="114" actId="1076"/>
          <ac:graphicFrameMkLst>
            <pc:docMk/>
            <pc:sldMk cId="3122658473" sldId="1504"/>
            <ac:graphicFrameMk id="4" creationId="{52E5D811-5B6E-323E-F74F-49DB1C965C51}"/>
          </ac:graphicFrameMkLst>
        </pc:graphicFrameChg>
        <pc:graphicFrameChg chg="add mod modGraphic">
          <ac:chgData name="dev balyan" userId="b58c3dbcc75ad324" providerId="Windows Live" clId="Web-{B0B3FF6E-9745-CE23-4D92-DAFD3E119D36}" dt="2026-05-05T21:14:34.264" v="459"/>
          <ac:graphicFrameMkLst>
            <pc:docMk/>
            <pc:sldMk cId="3122658473" sldId="1504"/>
            <ac:graphicFrameMk id="5" creationId="{77F66F1F-6FF3-E131-9C07-260DDE3C3055}"/>
          </ac:graphicFrameMkLst>
        </pc:graphicFrameChg>
        <pc:graphicFrameChg chg="add mod modGraphic">
          <ac:chgData name="dev balyan" userId="b58c3dbcc75ad324" providerId="Windows Live" clId="Web-{B0B3FF6E-9745-CE23-4D92-DAFD3E119D36}" dt="2026-05-05T21:16:23.329" v="593"/>
          <ac:graphicFrameMkLst>
            <pc:docMk/>
            <pc:sldMk cId="3122658473" sldId="1504"/>
            <ac:graphicFrameMk id="6" creationId="{BF2DA141-7A3A-20B7-CB3D-C38DB333E2AB}"/>
          </ac:graphicFrameMkLst>
        </pc:graphicFrameChg>
      </pc:sldChg>
      <pc:sldChg chg="addSp delSp modSp new">
        <pc:chgData name="dev balyan" userId="b58c3dbcc75ad324" providerId="Windows Live" clId="Web-{B0B3FF6E-9745-CE23-4D92-DAFD3E119D36}" dt="2026-05-05T21:26:15.301" v="799" actId="20577"/>
        <pc:sldMkLst>
          <pc:docMk/>
          <pc:sldMk cId="3677041360" sldId="1505"/>
        </pc:sldMkLst>
        <pc:spChg chg="mod">
          <ac:chgData name="dev balyan" userId="b58c3dbcc75ad324" providerId="Windows Live" clId="Web-{B0B3FF6E-9745-CE23-4D92-DAFD3E119D36}" dt="2026-05-05T21:18:18.789" v="614" actId="1076"/>
          <ac:spMkLst>
            <pc:docMk/>
            <pc:sldMk cId="3677041360" sldId="1505"/>
            <ac:spMk id="2" creationId="{BD0F7B4C-B2E9-F257-D797-3CDE6210D11B}"/>
          </ac:spMkLst>
        </pc:spChg>
        <pc:spChg chg="mod">
          <ac:chgData name="dev balyan" userId="b58c3dbcc75ad324" providerId="Windows Live" clId="Web-{B0B3FF6E-9745-CE23-4D92-DAFD3E119D36}" dt="2026-05-05T21:18:13.398" v="612" actId="1076"/>
          <ac:spMkLst>
            <pc:docMk/>
            <pc:sldMk cId="3677041360" sldId="1505"/>
            <ac:spMk id="3" creationId="{FFBB3BB1-3152-00E0-6B26-510C5A963E61}"/>
          </ac:spMkLst>
        </pc:spChg>
        <pc:spChg chg="add del mod">
          <ac:chgData name="dev balyan" userId="b58c3dbcc75ad324" providerId="Windows Live" clId="Web-{B0B3FF6E-9745-CE23-4D92-DAFD3E119D36}" dt="2026-05-05T21:18:49.431" v="617"/>
          <ac:spMkLst>
            <pc:docMk/>
            <pc:sldMk cId="3677041360" sldId="1505"/>
            <ac:spMk id="4" creationId="{1AEE3B17-2DFB-2643-8E57-2E8358B4E8E7}"/>
          </ac:spMkLst>
        </pc:spChg>
        <pc:spChg chg="add del mod">
          <ac:chgData name="dev balyan" userId="b58c3dbcc75ad324" providerId="Windows Live" clId="Web-{B0B3FF6E-9745-CE23-4D92-DAFD3E119D36}" dt="2026-05-05T21:19:55.168" v="634"/>
          <ac:spMkLst>
            <pc:docMk/>
            <pc:sldMk cId="3677041360" sldId="1505"/>
            <ac:spMk id="5" creationId="{2B41B44D-F021-2F2C-45E2-4EBB3F807B4C}"/>
          </ac:spMkLst>
        </pc:spChg>
        <pc:spChg chg="add del mod">
          <ac:chgData name="dev balyan" userId="b58c3dbcc75ad324" providerId="Windows Live" clId="Web-{B0B3FF6E-9745-CE23-4D92-DAFD3E119D36}" dt="2026-05-05T21:20:14.778" v="638"/>
          <ac:spMkLst>
            <pc:docMk/>
            <pc:sldMk cId="3677041360" sldId="1505"/>
            <ac:spMk id="6" creationId="{FCE64C7B-CDC8-BBB4-3218-DE8DBA6396DB}"/>
          </ac:spMkLst>
        </pc:spChg>
        <pc:spChg chg="add del mod">
          <ac:chgData name="dev balyan" userId="b58c3dbcc75ad324" providerId="Windows Live" clId="Web-{B0B3FF6E-9745-CE23-4D92-DAFD3E119D36}" dt="2026-05-05T21:20:42.794" v="642"/>
          <ac:spMkLst>
            <pc:docMk/>
            <pc:sldMk cId="3677041360" sldId="1505"/>
            <ac:spMk id="7" creationId="{95DFDAAA-0447-FC45-80E9-51A9650715E8}"/>
          </ac:spMkLst>
        </pc:spChg>
        <pc:spChg chg="add mod">
          <ac:chgData name="dev balyan" userId="b58c3dbcc75ad324" providerId="Windows Live" clId="Web-{B0B3FF6E-9745-CE23-4D92-DAFD3E119D36}" dt="2026-05-05T21:21:29.608" v="658" actId="1076"/>
          <ac:spMkLst>
            <pc:docMk/>
            <pc:sldMk cId="3677041360" sldId="1505"/>
            <ac:spMk id="8" creationId="{E7295556-C540-CE48-8175-5CE3F8299BE5}"/>
          </ac:spMkLst>
        </pc:spChg>
        <pc:spChg chg="add mod">
          <ac:chgData name="dev balyan" userId="b58c3dbcc75ad324" providerId="Windows Live" clId="Web-{B0B3FF6E-9745-CE23-4D92-DAFD3E119D36}" dt="2026-05-05T21:23:25.251" v="723" actId="20577"/>
          <ac:spMkLst>
            <pc:docMk/>
            <pc:sldMk cId="3677041360" sldId="1505"/>
            <ac:spMk id="9" creationId="{209E57DE-FD7F-ABD3-1E6E-9F9A856D9A7B}"/>
          </ac:spMkLst>
        </pc:spChg>
        <pc:spChg chg="add mod">
          <ac:chgData name="dev balyan" userId="b58c3dbcc75ad324" providerId="Windows Live" clId="Web-{B0B3FF6E-9745-CE23-4D92-DAFD3E119D36}" dt="2026-05-05T21:26:15.301" v="799" actId="20577"/>
          <ac:spMkLst>
            <pc:docMk/>
            <pc:sldMk cId="3677041360" sldId="1505"/>
            <ac:spMk id="10" creationId="{152C0BE2-FEFF-9ECC-A855-27564E6AE131}"/>
          </ac:spMkLst>
        </pc:spChg>
      </pc:sldChg>
      <pc:sldChg chg="addSp modSp new">
        <pc:chgData name="dev balyan" userId="b58c3dbcc75ad324" providerId="Windows Live" clId="Web-{B0B3FF6E-9745-CE23-4D92-DAFD3E119D36}" dt="2026-05-05T21:31:44.085" v="946"/>
        <pc:sldMkLst>
          <pc:docMk/>
          <pc:sldMk cId="2720112172" sldId="1506"/>
        </pc:sldMkLst>
        <pc:spChg chg="mod">
          <ac:chgData name="dev balyan" userId="b58c3dbcc75ad324" providerId="Windows Live" clId="Web-{B0B3FF6E-9745-CE23-4D92-DAFD3E119D36}" dt="2026-05-05T21:26:55.223" v="803" actId="1076"/>
          <ac:spMkLst>
            <pc:docMk/>
            <pc:sldMk cId="2720112172" sldId="1506"/>
            <ac:spMk id="2" creationId="{A13AE250-4D41-3CF4-6C8F-7B7432936E4E}"/>
          </ac:spMkLst>
        </pc:spChg>
        <pc:spChg chg="mod">
          <ac:chgData name="dev balyan" userId="b58c3dbcc75ad324" providerId="Windows Live" clId="Web-{B0B3FF6E-9745-CE23-4D92-DAFD3E119D36}" dt="2026-05-05T21:26:46.692" v="801" actId="1076"/>
          <ac:spMkLst>
            <pc:docMk/>
            <pc:sldMk cId="2720112172" sldId="1506"/>
            <ac:spMk id="3" creationId="{B36A2300-4924-AEE3-D740-61DF96A73AD5}"/>
          </ac:spMkLst>
        </pc:spChg>
        <pc:spChg chg="add mod">
          <ac:chgData name="dev balyan" userId="b58c3dbcc75ad324" providerId="Windows Live" clId="Web-{B0B3FF6E-9745-CE23-4D92-DAFD3E119D36}" dt="2026-05-05T21:28:19.443" v="831" actId="1076"/>
          <ac:spMkLst>
            <pc:docMk/>
            <pc:sldMk cId="2720112172" sldId="1506"/>
            <ac:spMk id="4" creationId="{5A756A46-5E0F-CAE1-40B9-2D7E95126A30}"/>
          </ac:spMkLst>
        </pc:spChg>
        <pc:spChg chg="add mod">
          <ac:chgData name="dev balyan" userId="b58c3dbcc75ad324" providerId="Windows Live" clId="Web-{B0B3FF6E-9745-CE23-4D92-DAFD3E119D36}" dt="2026-05-05T21:28:25.459" v="832" actId="1076"/>
          <ac:spMkLst>
            <pc:docMk/>
            <pc:sldMk cId="2720112172" sldId="1506"/>
            <ac:spMk id="5" creationId="{D6AC9CF6-1924-45FB-2E9D-5C7382E7AB90}"/>
          </ac:spMkLst>
        </pc:spChg>
        <pc:spChg chg="add mod">
          <ac:chgData name="dev balyan" userId="b58c3dbcc75ad324" providerId="Windows Live" clId="Web-{B0B3FF6E-9745-CE23-4D92-DAFD3E119D36}" dt="2026-05-05T21:31:14.429" v="943" actId="20577"/>
          <ac:spMkLst>
            <pc:docMk/>
            <pc:sldMk cId="2720112172" sldId="1506"/>
            <ac:spMk id="6" creationId="{83BD79CF-F435-E18A-12D2-55E6F5F15712}"/>
          </ac:spMkLst>
        </pc:spChg>
        <pc:spChg chg="add mod">
          <ac:chgData name="dev balyan" userId="b58c3dbcc75ad324" providerId="Windows Live" clId="Web-{B0B3FF6E-9745-CE23-4D92-DAFD3E119D36}" dt="2026-05-05T21:31:12.726" v="942" actId="20577"/>
          <ac:spMkLst>
            <pc:docMk/>
            <pc:sldMk cId="2720112172" sldId="1506"/>
            <ac:spMk id="7" creationId="{6AF574F8-FD86-A330-3644-7D14AE01E4B8}"/>
          </ac:spMkLst>
        </pc:spChg>
        <pc:spChg chg="add mod">
          <ac:chgData name="dev balyan" userId="b58c3dbcc75ad324" providerId="Windows Live" clId="Web-{B0B3FF6E-9745-CE23-4D92-DAFD3E119D36}" dt="2026-05-05T21:31:44.085" v="946"/>
          <ac:spMkLst>
            <pc:docMk/>
            <pc:sldMk cId="2720112172" sldId="1506"/>
            <ac:spMk id="8" creationId="{1D07E0A9-D5D9-0961-C968-4763E13BEB8F}"/>
          </ac:spMkLst>
        </pc:spChg>
      </pc:sldChg>
      <pc:sldChg chg="addSp delSp modSp new">
        <pc:chgData name="dev balyan" userId="b58c3dbcc75ad324" providerId="Windows Live" clId="Web-{B0B3FF6E-9745-CE23-4D92-DAFD3E119D36}" dt="2026-05-05T21:52:13.702" v="1461" actId="1076"/>
        <pc:sldMkLst>
          <pc:docMk/>
          <pc:sldMk cId="2941703714" sldId="1507"/>
        </pc:sldMkLst>
        <pc:spChg chg="mod">
          <ac:chgData name="dev balyan" userId="b58c3dbcc75ad324" providerId="Windows Live" clId="Web-{B0B3FF6E-9745-CE23-4D92-DAFD3E119D36}" dt="2026-05-05T21:33:00.429" v="952" actId="1076"/>
          <ac:spMkLst>
            <pc:docMk/>
            <pc:sldMk cId="2941703714" sldId="1507"/>
            <ac:spMk id="2" creationId="{286C09C8-629C-723B-672E-79AE121F9C0C}"/>
          </ac:spMkLst>
        </pc:spChg>
        <pc:spChg chg="mod">
          <ac:chgData name="dev balyan" userId="b58c3dbcc75ad324" providerId="Windows Live" clId="Web-{B0B3FF6E-9745-CE23-4D92-DAFD3E119D36}" dt="2026-05-05T21:32:39.429" v="949" actId="1076"/>
          <ac:spMkLst>
            <pc:docMk/>
            <pc:sldMk cId="2941703714" sldId="1507"/>
            <ac:spMk id="3" creationId="{D6AD0915-0785-3781-DAF3-233793A11714}"/>
          </ac:spMkLst>
        </pc:spChg>
        <pc:spChg chg="add mod">
          <ac:chgData name="dev balyan" userId="b58c3dbcc75ad324" providerId="Windows Live" clId="Web-{B0B3FF6E-9745-CE23-4D92-DAFD3E119D36}" dt="2026-05-05T21:38:19.238" v="1071" actId="1076"/>
          <ac:spMkLst>
            <pc:docMk/>
            <pc:sldMk cId="2941703714" sldId="1507"/>
            <ac:spMk id="4" creationId="{0AC919E9-2C10-CC57-066A-197F9D8E884D}"/>
          </ac:spMkLst>
        </pc:spChg>
        <pc:spChg chg="add mod">
          <ac:chgData name="dev balyan" userId="b58c3dbcc75ad324" providerId="Windows Live" clId="Web-{B0B3FF6E-9745-CE23-4D92-DAFD3E119D36}" dt="2026-05-05T21:51:46.059" v="1457" actId="1076"/>
          <ac:spMkLst>
            <pc:docMk/>
            <pc:sldMk cId="2941703714" sldId="1507"/>
            <ac:spMk id="5" creationId="{B68596CE-5EE1-3953-E4B8-9E64A8728DA1}"/>
          </ac:spMkLst>
        </pc:spChg>
        <pc:spChg chg="add mod">
          <ac:chgData name="dev balyan" userId="b58c3dbcc75ad324" providerId="Windows Live" clId="Web-{B0B3FF6E-9745-CE23-4D92-DAFD3E119D36}" dt="2026-05-05T21:51:51.638" v="1458" actId="1076"/>
          <ac:spMkLst>
            <pc:docMk/>
            <pc:sldMk cId="2941703714" sldId="1507"/>
            <ac:spMk id="6" creationId="{222A360E-0ECD-DBB2-DFA1-DFF3F47411E0}"/>
          </ac:spMkLst>
        </pc:spChg>
        <pc:spChg chg="add mod">
          <ac:chgData name="dev balyan" userId="b58c3dbcc75ad324" providerId="Windows Live" clId="Web-{B0B3FF6E-9745-CE23-4D92-DAFD3E119D36}" dt="2026-05-05T21:51:56.825" v="1459" actId="1076"/>
          <ac:spMkLst>
            <pc:docMk/>
            <pc:sldMk cId="2941703714" sldId="1507"/>
            <ac:spMk id="7" creationId="{437285F2-6998-4D93-028F-B426FFD185D8}"/>
          </ac:spMkLst>
        </pc:spChg>
        <pc:spChg chg="add mod">
          <ac:chgData name="dev balyan" userId="b58c3dbcc75ad324" providerId="Windows Live" clId="Web-{B0B3FF6E-9745-CE23-4D92-DAFD3E119D36}" dt="2026-05-05T21:52:03.107" v="1460" actId="1076"/>
          <ac:spMkLst>
            <pc:docMk/>
            <pc:sldMk cId="2941703714" sldId="1507"/>
            <ac:spMk id="8" creationId="{BACAAD6D-4138-72E3-3AAD-BCDAB7B8ED92}"/>
          </ac:spMkLst>
        </pc:spChg>
        <pc:spChg chg="add mod">
          <ac:chgData name="dev balyan" userId="b58c3dbcc75ad324" providerId="Windows Live" clId="Web-{B0B3FF6E-9745-CE23-4D92-DAFD3E119D36}" dt="2026-05-05T21:51:40.465" v="1456" actId="1076"/>
          <ac:spMkLst>
            <pc:docMk/>
            <pc:sldMk cId="2941703714" sldId="1507"/>
            <ac:spMk id="9" creationId="{C21F7741-2845-F81B-2E65-1687AE75DA76}"/>
          </ac:spMkLst>
        </pc:spChg>
        <pc:spChg chg="add del">
          <ac:chgData name="dev balyan" userId="b58c3dbcc75ad324" providerId="Windows Live" clId="Web-{B0B3FF6E-9745-CE23-4D92-DAFD3E119D36}" dt="2026-05-05T21:43:26.436" v="1224"/>
          <ac:spMkLst>
            <pc:docMk/>
            <pc:sldMk cId="2941703714" sldId="1507"/>
            <ac:spMk id="10" creationId="{361D558F-ABDD-9D75-1CB2-DF324FB0675C}"/>
          </ac:spMkLst>
        </pc:spChg>
        <pc:spChg chg="add mod">
          <ac:chgData name="dev balyan" userId="b58c3dbcc75ad324" providerId="Windows Live" clId="Web-{B0B3FF6E-9745-CE23-4D92-DAFD3E119D36}" dt="2026-05-05T21:52:13.702" v="1461" actId="1076"/>
          <ac:spMkLst>
            <pc:docMk/>
            <pc:sldMk cId="2941703714" sldId="1507"/>
            <ac:spMk id="11" creationId="{214280FD-4F17-5314-EDB3-6F6FF44E14AB}"/>
          </ac:spMkLst>
        </pc:spChg>
        <pc:spChg chg="add del mod">
          <ac:chgData name="dev balyan" userId="b58c3dbcc75ad324" providerId="Windows Live" clId="Web-{B0B3FF6E-9745-CE23-4D92-DAFD3E119D36}" dt="2026-05-05T21:46:21.157" v="1288"/>
          <ac:spMkLst>
            <pc:docMk/>
            <pc:sldMk cId="2941703714" sldId="1507"/>
            <ac:spMk id="12" creationId="{AF1D627F-2F49-2FCB-8373-3C370133FE4B}"/>
          </ac:spMkLst>
        </pc:spChg>
        <pc:spChg chg="add mod">
          <ac:chgData name="dev balyan" userId="b58c3dbcc75ad324" providerId="Windows Live" clId="Web-{B0B3FF6E-9745-CE23-4D92-DAFD3E119D36}" dt="2026-05-05T21:51:34.652" v="1455" actId="1076"/>
          <ac:spMkLst>
            <pc:docMk/>
            <pc:sldMk cId="2941703714" sldId="1507"/>
            <ac:spMk id="13" creationId="{078B9625-E83A-7DA5-3CC1-A879D597E4CF}"/>
          </ac:spMkLst>
        </pc:spChg>
        <pc:spChg chg="add mod">
          <ac:chgData name="dev balyan" userId="b58c3dbcc75ad324" providerId="Windows Live" clId="Web-{B0B3FF6E-9745-CE23-4D92-DAFD3E119D36}" dt="2026-05-05T21:51:17.791" v="1453" actId="1076"/>
          <ac:spMkLst>
            <pc:docMk/>
            <pc:sldMk cId="2941703714" sldId="1507"/>
            <ac:spMk id="14" creationId="{36C9DFB5-C65A-5EB4-6A68-10025D672354}"/>
          </ac:spMkLst>
        </pc:spChg>
      </pc:sldChg>
      <pc:sldChg chg="addSp modSp new">
        <pc:chgData name="dev balyan" userId="b58c3dbcc75ad324" providerId="Windows Live" clId="Web-{B0B3FF6E-9745-CE23-4D92-DAFD3E119D36}" dt="2026-05-05T21:51:03.634" v="1452"/>
        <pc:sldMkLst>
          <pc:docMk/>
          <pc:sldMk cId="2021332467" sldId="1508"/>
        </pc:sldMkLst>
        <pc:spChg chg="mod">
          <ac:chgData name="dev balyan" userId="b58c3dbcc75ad324" providerId="Windows Live" clId="Web-{B0B3FF6E-9745-CE23-4D92-DAFD3E119D36}" dt="2026-05-05T21:47:56.736" v="1335" actId="1076"/>
          <ac:spMkLst>
            <pc:docMk/>
            <pc:sldMk cId="2021332467" sldId="1508"/>
            <ac:spMk id="2" creationId="{556A68F8-BC7F-8ED9-053B-DEB6F382E154}"/>
          </ac:spMkLst>
        </pc:spChg>
        <pc:spChg chg="mod">
          <ac:chgData name="dev balyan" userId="b58c3dbcc75ad324" providerId="Windows Live" clId="Web-{B0B3FF6E-9745-CE23-4D92-DAFD3E119D36}" dt="2026-05-05T21:47:43.814" v="1333" actId="1076"/>
          <ac:spMkLst>
            <pc:docMk/>
            <pc:sldMk cId="2021332467" sldId="1508"/>
            <ac:spMk id="3" creationId="{A37652E7-972B-2952-3F09-A7B00781AFDC}"/>
          </ac:spMkLst>
        </pc:spChg>
        <pc:spChg chg="add mod">
          <ac:chgData name="dev balyan" userId="b58c3dbcc75ad324" providerId="Windows Live" clId="Web-{B0B3FF6E-9745-CE23-4D92-DAFD3E119D36}" dt="2026-05-05T21:48:54.190" v="1350" actId="1076"/>
          <ac:spMkLst>
            <pc:docMk/>
            <pc:sldMk cId="2021332467" sldId="1508"/>
            <ac:spMk id="4" creationId="{2CFA5899-A261-6988-2E63-72328B722906}"/>
          </ac:spMkLst>
        </pc:spChg>
        <pc:spChg chg="add mod">
          <ac:chgData name="dev balyan" userId="b58c3dbcc75ad324" providerId="Windows Live" clId="Web-{B0B3FF6E-9745-CE23-4D92-DAFD3E119D36}" dt="2026-05-05T21:50:41.522" v="1449" actId="20577"/>
          <ac:spMkLst>
            <pc:docMk/>
            <pc:sldMk cId="2021332467" sldId="1508"/>
            <ac:spMk id="5" creationId="{F82414D7-2C5A-EBF2-25B6-8A0FBE91BE58}"/>
          </ac:spMkLst>
        </pc:spChg>
        <pc:spChg chg="add mod">
          <ac:chgData name="dev balyan" userId="b58c3dbcc75ad324" providerId="Windows Live" clId="Web-{B0B3FF6E-9745-CE23-4D92-DAFD3E119D36}" dt="2026-05-05T21:51:03.634" v="1452"/>
          <ac:spMkLst>
            <pc:docMk/>
            <pc:sldMk cId="2021332467" sldId="1508"/>
            <ac:spMk id="6" creationId="{EB978DE6-62AC-1298-ECC5-8041A67A4AA2}"/>
          </ac:spMkLst>
        </pc:spChg>
      </pc:sldChg>
      <pc:sldChg chg="addSp modSp new">
        <pc:chgData name="dev balyan" userId="b58c3dbcc75ad324" providerId="Windows Live" clId="Web-{B0B3FF6E-9745-CE23-4D92-DAFD3E119D36}" dt="2026-05-05T21:59:08.327" v="1647"/>
        <pc:sldMkLst>
          <pc:docMk/>
          <pc:sldMk cId="1336369026" sldId="1509"/>
        </pc:sldMkLst>
        <pc:spChg chg="mod">
          <ac:chgData name="dev balyan" userId="b58c3dbcc75ad324" providerId="Windows Live" clId="Web-{B0B3FF6E-9745-CE23-4D92-DAFD3E119D36}" dt="2026-05-05T21:53:07.689" v="1466" actId="1076"/>
          <ac:spMkLst>
            <pc:docMk/>
            <pc:sldMk cId="1336369026" sldId="1509"/>
            <ac:spMk id="2" creationId="{CCB17D20-20BA-29E6-41AC-CDE5F9E56129}"/>
          </ac:spMkLst>
        </pc:spChg>
        <pc:spChg chg="mod">
          <ac:chgData name="dev balyan" userId="b58c3dbcc75ad324" providerId="Windows Live" clId="Web-{B0B3FF6E-9745-CE23-4D92-DAFD3E119D36}" dt="2026-05-05T21:53:00.455" v="1464" actId="1076"/>
          <ac:spMkLst>
            <pc:docMk/>
            <pc:sldMk cId="1336369026" sldId="1509"/>
            <ac:spMk id="3" creationId="{CAA47B0A-935E-E104-C3C8-0C4D3A29E5E1}"/>
          </ac:spMkLst>
        </pc:spChg>
        <pc:spChg chg="add mod">
          <ac:chgData name="dev balyan" userId="b58c3dbcc75ad324" providerId="Windows Live" clId="Web-{B0B3FF6E-9745-CE23-4D92-DAFD3E119D36}" dt="2026-05-05T21:53:55.426" v="1485" actId="1076"/>
          <ac:spMkLst>
            <pc:docMk/>
            <pc:sldMk cId="1336369026" sldId="1509"/>
            <ac:spMk id="4" creationId="{CDFB0D92-F51F-0E83-998E-C07C58D1B45D}"/>
          </ac:spMkLst>
        </pc:spChg>
        <pc:spChg chg="add mod">
          <ac:chgData name="dev balyan" userId="b58c3dbcc75ad324" providerId="Windows Live" clId="Web-{B0B3FF6E-9745-CE23-4D92-DAFD3E119D36}" dt="2026-05-05T21:56:23.526" v="1529" actId="14100"/>
          <ac:spMkLst>
            <pc:docMk/>
            <pc:sldMk cId="1336369026" sldId="1509"/>
            <ac:spMk id="5" creationId="{C604F564-00BB-6746-2F18-D9341A52FF97}"/>
          </ac:spMkLst>
        </pc:spChg>
        <pc:spChg chg="add mod">
          <ac:chgData name="dev balyan" userId="b58c3dbcc75ad324" providerId="Windows Live" clId="Web-{B0B3FF6E-9745-CE23-4D92-DAFD3E119D36}" dt="2026-05-05T21:57:35.434" v="1593" actId="1076"/>
          <ac:spMkLst>
            <pc:docMk/>
            <pc:sldMk cId="1336369026" sldId="1509"/>
            <ac:spMk id="6" creationId="{39744322-03AE-F0BE-104E-824C425ACF55}"/>
          </ac:spMkLst>
        </pc:spChg>
        <pc:spChg chg="add mod">
          <ac:chgData name="dev balyan" userId="b58c3dbcc75ad324" providerId="Windows Live" clId="Web-{B0B3FF6E-9745-CE23-4D92-DAFD3E119D36}" dt="2026-05-05T21:58:41.858" v="1644" actId="1076"/>
          <ac:spMkLst>
            <pc:docMk/>
            <pc:sldMk cId="1336369026" sldId="1509"/>
            <ac:spMk id="7" creationId="{88CABBF9-345B-7A44-A097-652B4D91C98E}"/>
          </ac:spMkLst>
        </pc:spChg>
        <pc:spChg chg="add mod">
          <ac:chgData name="dev balyan" userId="b58c3dbcc75ad324" providerId="Windows Live" clId="Web-{B0B3FF6E-9745-CE23-4D92-DAFD3E119D36}" dt="2026-05-05T21:59:08.327" v="1647"/>
          <ac:spMkLst>
            <pc:docMk/>
            <pc:sldMk cId="1336369026" sldId="1509"/>
            <ac:spMk id="8" creationId="{5B90AA00-FFE0-DAE0-F95B-19988CE5E464}"/>
          </ac:spMkLst>
        </pc:spChg>
      </pc:sldChg>
      <pc:sldChg chg="modSp new">
        <pc:chgData name="dev balyan" userId="b58c3dbcc75ad324" providerId="Windows Live" clId="Web-{B0B3FF6E-9745-CE23-4D92-DAFD3E119D36}" dt="2026-05-05T22:00:07.609" v="1680" actId="20577"/>
        <pc:sldMkLst>
          <pc:docMk/>
          <pc:sldMk cId="264776436" sldId="1510"/>
        </pc:sldMkLst>
        <pc:spChg chg="mod">
          <ac:chgData name="dev balyan" userId="b58c3dbcc75ad324" providerId="Windows Live" clId="Web-{B0B3FF6E-9745-CE23-4D92-DAFD3E119D36}" dt="2026-05-05T22:00:07.609" v="1680" actId="20577"/>
          <ac:spMkLst>
            <pc:docMk/>
            <pc:sldMk cId="264776436" sldId="1510"/>
            <ac:spMk id="3" creationId="{DA944330-9B1B-2CE6-2681-1C11635E6356}"/>
          </ac:spMkLst>
        </pc:spChg>
      </pc:sldChg>
      <pc:sldChg chg="addSp modSp new">
        <pc:chgData name="dev balyan" userId="b58c3dbcc75ad324" providerId="Windows Live" clId="Web-{B0B3FF6E-9745-CE23-4D92-DAFD3E119D36}" dt="2026-05-05T22:05:18.550" v="1889" actId="1076"/>
        <pc:sldMkLst>
          <pc:docMk/>
          <pc:sldMk cId="2530098940" sldId="1511"/>
        </pc:sldMkLst>
        <pc:spChg chg="mod">
          <ac:chgData name="dev balyan" userId="b58c3dbcc75ad324" providerId="Windows Live" clId="Web-{B0B3FF6E-9745-CE23-4D92-DAFD3E119D36}" dt="2026-05-05T22:01:03.860" v="1685" actId="1076"/>
          <ac:spMkLst>
            <pc:docMk/>
            <pc:sldMk cId="2530098940" sldId="1511"/>
            <ac:spMk id="2" creationId="{CCD40DEA-4588-0C7E-5473-BF4B6CD44AF1}"/>
          </ac:spMkLst>
        </pc:spChg>
        <pc:spChg chg="mod">
          <ac:chgData name="dev balyan" userId="b58c3dbcc75ad324" providerId="Windows Live" clId="Web-{B0B3FF6E-9745-CE23-4D92-DAFD3E119D36}" dt="2026-05-05T22:00:56.813" v="1683" actId="1076"/>
          <ac:spMkLst>
            <pc:docMk/>
            <pc:sldMk cId="2530098940" sldId="1511"/>
            <ac:spMk id="3" creationId="{D132FEC6-16DF-3ECD-7B0E-7B2F9FAAACA9}"/>
          </ac:spMkLst>
        </pc:spChg>
        <pc:spChg chg="add mod">
          <ac:chgData name="dev balyan" userId="b58c3dbcc75ad324" providerId="Windows Live" clId="Web-{B0B3FF6E-9745-CE23-4D92-DAFD3E119D36}" dt="2026-05-05T22:02:08.533" v="1708" actId="14100"/>
          <ac:spMkLst>
            <pc:docMk/>
            <pc:sldMk cId="2530098940" sldId="1511"/>
            <ac:spMk id="4" creationId="{8E2C86A5-A1C7-933E-AC8B-174B5751F9D2}"/>
          </ac:spMkLst>
        </pc:spChg>
        <pc:spChg chg="add mod">
          <ac:chgData name="dev balyan" userId="b58c3dbcc75ad324" providerId="Windows Live" clId="Web-{B0B3FF6E-9745-CE23-4D92-DAFD3E119D36}" dt="2026-05-05T22:04:33.191" v="1866" actId="1076"/>
          <ac:spMkLst>
            <pc:docMk/>
            <pc:sldMk cId="2530098940" sldId="1511"/>
            <ac:spMk id="5" creationId="{329D0C29-7FA9-96BE-D6ED-EFC1023E8CE7}"/>
          </ac:spMkLst>
        </pc:spChg>
        <pc:spChg chg="add mod">
          <ac:chgData name="dev balyan" userId="b58c3dbcc75ad324" providerId="Windows Live" clId="Web-{B0B3FF6E-9745-CE23-4D92-DAFD3E119D36}" dt="2026-05-05T22:05:18.550" v="1889" actId="1076"/>
          <ac:spMkLst>
            <pc:docMk/>
            <pc:sldMk cId="2530098940" sldId="1511"/>
            <ac:spMk id="6" creationId="{4D378EDA-DC65-7B8F-CBBB-7E13AFB90CAB}"/>
          </ac:spMkLst>
        </pc:spChg>
      </pc:sldChg>
      <pc:sldChg chg="addSp delSp modSp new">
        <pc:chgData name="dev balyan" userId="b58c3dbcc75ad324" providerId="Windows Live" clId="Web-{B0B3FF6E-9745-CE23-4D92-DAFD3E119D36}" dt="2026-05-05T22:17:06.582" v="2186"/>
        <pc:sldMkLst>
          <pc:docMk/>
          <pc:sldMk cId="3610255516" sldId="1512"/>
        </pc:sldMkLst>
        <pc:spChg chg="mod">
          <ac:chgData name="dev balyan" userId="b58c3dbcc75ad324" providerId="Windows Live" clId="Web-{B0B3FF6E-9745-CE23-4D92-DAFD3E119D36}" dt="2026-05-05T22:06:07.489" v="1894" actId="1076"/>
          <ac:spMkLst>
            <pc:docMk/>
            <pc:sldMk cId="3610255516" sldId="1512"/>
            <ac:spMk id="2" creationId="{733F0E00-CE98-E8C3-B4EF-66617579E5BD}"/>
          </ac:spMkLst>
        </pc:spChg>
        <pc:spChg chg="mod">
          <ac:chgData name="dev balyan" userId="b58c3dbcc75ad324" providerId="Windows Live" clId="Web-{B0B3FF6E-9745-CE23-4D92-DAFD3E119D36}" dt="2026-05-05T22:05:55.910" v="1892" actId="1076"/>
          <ac:spMkLst>
            <pc:docMk/>
            <pc:sldMk cId="3610255516" sldId="1512"/>
            <ac:spMk id="3" creationId="{A391E1C7-EE68-CC64-E026-E5497EEF31F7}"/>
          </ac:spMkLst>
        </pc:spChg>
        <pc:spChg chg="add del mod">
          <ac:chgData name="dev balyan" userId="b58c3dbcc75ad324" providerId="Windows Live" clId="Web-{B0B3FF6E-9745-CE23-4D92-DAFD3E119D36}" dt="2026-05-05T22:07:08.740" v="1908"/>
          <ac:spMkLst>
            <pc:docMk/>
            <pc:sldMk cId="3610255516" sldId="1512"/>
            <ac:spMk id="4" creationId="{C6317D69-F7A0-00FC-9C4F-34921A5D4754}"/>
          </ac:spMkLst>
        </pc:spChg>
        <pc:spChg chg="add mod">
          <ac:chgData name="dev balyan" userId="b58c3dbcc75ad324" providerId="Windows Live" clId="Web-{B0B3FF6E-9745-CE23-4D92-DAFD3E119D36}" dt="2026-05-05T22:07:51.026" v="1925" actId="1076"/>
          <ac:spMkLst>
            <pc:docMk/>
            <pc:sldMk cId="3610255516" sldId="1512"/>
            <ac:spMk id="5" creationId="{7C2DD0B8-DA36-058A-1C6D-50C29145BFFB}"/>
          </ac:spMkLst>
        </pc:spChg>
        <pc:spChg chg="add mod">
          <ac:chgData name="dev balyan" userId="b58c3dbcc75ad324" providerId="Windows Live" clId="Web-{B0B3FF6E-9745-CE23-4D92-DAFD3E119D36}" dt="2026-05-05T22:09:24.393" v="2013" actId="1076"/>
          <ac:spMkLst>
            <pc:docMk/>
            <pc:sldMk cId="3610255516" sldId="1512"/>
            <ac:spMk id="6" creationId="{3F3EE487-6DE4-15DD-852E-7FB0BC0D6701}"/>
          </ac:spMkLst>
        </pc:spChg>
        <pc:spChg chg="add mod">
          <ac:chgData name="dev balyan" userId="b58c3dbcc75ad324" providerId="Windows Live" clId="Web-{B0B3FF6E-9745-CE23-4D92-DAFD3E119D36}" dt="2026-05-05T22:11:15.274" v="2030" actId="1076"/>
          <ac:spMkLst>
            <pc:docMk/>
            <pc:sldMk cId="3610255516" sldId="1512"/>
            <ac:spMk id="7" creationId="{3EB53A60-6DB0-10B9-2A5E-86704557F04C}"/>
          </ac:spMkLst>
        </pc:spChg>
        <pc:spChg chg="add mod">
          <ac:chgData name="dev balyan" userId="b58c3dbcc75ad324" providerId="Windows Live" clId="Web-{B0B3FF6E-9745-CE23-4D92-DAFD3E119D36}" dt="2026-05-05T22:12:16.918" v="2061" actId="1076"/>
          <ac:spMkLst>
            <pc:docMk/>
            <pc:sldMk cId="3610255516" sldId="1512"/>
            <ac:spMk id="8" creationId="{1CC1827C-CA48-531F-472C-CE33B80A31E1}"/>
          </ac:spMkLst>
        </pc:spChg>
        <pc:spChg chg="add mod">
          <ac:chgData name="dev balyan" userId="b58c3dbcc75ad324" providerId="Windows Live" clId="Web-{B0B3FF6E-9745-CE23-4D92-DAFD3E119D36}" dt="2026-05-05T22:13:27.873" v="2112" actId="1076"/>
          <ac:spMkLst>
            <pc:docMk/>
            <pc:sldMk cId="3610255516" sldId="1512"/>
            <ac:spMk id="9" creationId="{991E3611-D70B-553C-7752-A0C597E683FF}"/>
          </ac:spMkLst>
        </pc:spChg>
        <pc:spChg chg="add mod">
          <ac:chgData name="dev balyan" userId="b58c3dbcc75ad324" providerId="Windows Live" clId="Web-{B0B3FF6E-9745-CE23-4D92-DAFD3E119D36}" dt="2026-05-05T22:15:54.706" v="2183" actId="1076"/>
          <ac:spMkLst>
            <pc:docMk/>
            <pc:sldMk cId="3610255516" sldId="1512"/>
            <ac:spMk id="10" creationId="{2A92D1B2-819E-080F-5AAB-796D2E2897DF}"/>
          </ac:spMkLst>
        </pc:spChg>
        <pc:spChg chg="add mod">
          <ac:chgData name="dev balyan" userId="b58c3dbcc75ad324" providerId="Windows Live" clId="Web-{B0B3FF6E-9745-CE23-4D92-DAFD3E119D36}" dt="2026-05-05T22:15:32.658" v="2181" actId="1076"/>
          <ac:spMkLst>
            <pc:docMk/>
            <pc:sldMk cId="3610255516" sldId="1512"/>
            <ac:spMk id="11" creationId="{0B16A730-DBAC-A273-4476-76B0D0072208}"/>
          </ac:spMkLst>
        </pc:spChg>
        <pc:spChg chg="add mod">
          <ac:chgData name="dev balyan" userId="b58c3dbcc75ad324" providerId="Windows Live" clId="Web-{B0B3FF6E-9745-CE23-4D92-DAFD3E119D36}" dt="2026-05-05T22:17:06.582" v="2186"/>
          <ac:spMkLst>
            <pc:docMk/>
            <pc:sldMk cId="3610255516" sldId="1512"/>
            <ac:spMk id="12" creationId="{024B80B7-FEB0-E132-960C-37E8A1777799}"/>
          </ac:spMkLst>
        </pc:spChg>
      </pc:sldChg>
      <pc:sldChg chg="modSp new">
        <pc:chgData name="dev balyan" userId="b58c3dbcc75ad324" providerId="Windows Live" clId="Web-{B0B3FF6E-9745-CE23-4D92-DAFD3E119D36}" dt="2026-05-05T22:18:08.489" v="2210" actId="20577"/>
        <pc:sldMkLst>
          <pc:docMk/>
          <pc:sldMk cId="3322370392" sldId="1513"/>
        </pc:sldMkLst>
        <pc:spChg chg="mod">
          <ac:chgData name="dev balyan" userId="b58c3dbcc75ad324" providerId="Windows Live" clId="Web-{B0B3FF6E-9745-CE23-4D92-DAFD3E119D36}" dt="2026-05-05T22:18:08.489" v="2210" actId="20577"/>
          <ac:spMkLst>
            <pc:docMk/>
            <pc:sldMk cId="3322370392" sldId="1513"/>
            <ac:spMk id="3" creationId="{14EF3BB4-8D49-27CB-10ED-31697EA55FB7}"/>
          </ac:spMkLst>
        </pc:spChg>
      </pc:sldChg>
      <pc:sldChg chg="addSp modSp new">
        <pc:chgData name="dev balyan" userId="b58c3dbcc75ad324" providerId="Windows Live" clId="Web-{B0B3FF6E-9745-CE23-4D92-DAFD3E119D36}" dt="2026-05-05T22:22:12.336" v="2254" actId="1076"/>
        <pc:sldMkLst>
          <pc:docMk/>
          <pc:sldMk cId="2102476889" sldId="1514"/>
        </pc:sldMkLst>
        <pc:spChg chg="mod">
          <ac:chgData name="dev balyan" userId="b58c3dbcc75ad324" providerId="Windows Live" clId="Web-{B0B3FF6E-9745-CE23-4D92-DAFD3E119D36}" dt="2026-05-05T22:18:38.802" v="2215" actId="1076"/>
          <ac:spMkLst>
            <pc:docMk/>
            <pc:sldMk cId="2102476889" sldId="1514"/>
            <ac:spMk id="2" creationId="{1DE90281-06DA-048C-B5E8-E13773778546}"/>
          </ac:spMkLst>
        </pc:spChg>
        <pc:spChg chg="mod">
          <ac:chgData name="dev balyan" userId="b58c3dbcc75ad324" providerId="Windows Live" clId="Web-{B0B3FF6E-9745-CE23-4D92-DAFD3E119D36}" dt="2026-05-05T22:18:31.177" v="2213" actId="1076"/>
          <ac:spMkLst>
            <pc:docMk/>
            <pc:sldMk cId="2102476889" sldId="1514"/>
            <ac:spMk id="3" creationId="{DF3DE141-0EDA-A3F3-0D17-9534A4DCA3FE}"/>
          </ac:spMkLst>
        </pc:spChg>
        <pc:spChg chg="add mod">
          <ac:chgData name="dev balyan" userId="b58c3dbcc75ad324" providerId="Windows Live" clId="Web-{B0B3FF6E-9745-CE23-4D92-DAFD3E119D36}" dt="2026-05-05T22:19:35.569" v="2230" actId="14100"/>
          <ac:spMkLst>
            <pc:docMk/>
            <pc:sldMk cId="2102476889" sldId="1514"/>
            <ac:spMk id="4" creationId="{D55F782D-9D1A-1195-00E4-DE592D9713B3}"/>
          </ac:spMkLst>
        </pc:spChg>
        <pc:spChg chg="add mod">
          <ac:chgData name="dev balyan" userId="b58c3dbcc75ad324" providerId="Windows Live" clId="Web-{B0B3FF6E-9745-CE23-4D92-DAFD3E119D36}" dt="2026-05-05T22:21:33.398" v="2251" actId="20577"/>
          <ac:spMkLst>
            <pc:docMk/>
            <pc:sldMk cId="2102476889" sldId="1514"/>
            <ac:spMk id="5" creationId="{393CCF4B-0949-0169-7DE3-0E4B34B41981}"/>
          </ac:spMkLst>
        </pc:spChg>
        <pc:spChg chg="add mod">
          <ac:chgData name="dev balyan" userId="b58c3dbcc75ad324" providerId="Windows Live" clId="Web-{B0B3FF6E-9745-CE23-4D92-DAFD3E119D36}" dt="2026-05-05T22:22:12.336" v="2254" actId="1076"/>
          <ac:spMkLst>
            <pc:docMk/>
            <pc:sldMk cId="2102476889" sldId="1514"/>
            <ac:spMk id="6" creationId="{876ED93B-3631-BC1D-37F2-650670F5BC8F}"/>
          </ac:spMkLst>
        </pc:spChg>
      </pc:sldChg>
      <pc:sldChg chg="addSp modSp new">
        <pc:chgData name="dev balyan" userId="b58c3dbcc75ad324" providerId="Windows Live" clId="Web-{B0B3FF6E-9745-CE23-4D92-DAFD3E119D36}" dt="2026-05-05T22:25:02.091" v="2303" actId="1076"/>
        <pc:sldMkLst>
          <pc:docMk/>
          <pc:sldMk cId="456785275" sldId="1515"/>
        </pc:sldMkLst>
        <pc:spChg chg="mod">
          <ac:chgData name="dev balyan" userId="b58c3dbcc75ad324" providerId="Windows Live" clId="Web-{B0B3FF6E-9745-CE23-4D92-DAFD3E119D36}" dt="2026-05-05T22:23:03.165" v="2257" actId="1076"/>
          <ac:spMkLst>
            <pc:docMk/>
            <pc:sldMk cId="456785275" sldId="1515"/>
            <ac:spMk id="2" creationId="{F7A6021E-0F01-29F0-3691-86C9C7F4D5D0}"/>
          </ac:spMkLst>
        </pc:spChg>
        <pc:spChg chg="mod">
          <ac:chgData name="dev balyan" userId="b58c3dbcc75ad324" providerId="Windows Live" clId="Web-{B0B3FF6E-9745-CE23-4D92-DAFD3E119D36}" dt="2026-05-05T22:23:08.883" v="2259" actId="1076"/>
          <ac:spMkLst>
            <pc:docMk/>
            <pc:sldMk cId="456785275" sldId="1515"/>
            <ac:spMk id="3" creationId="{B3090466-5CF1-59FF-FA06-B2313B6A6C2E}"/>
          </ac:spMkLst>
        </pc:spChg>
        <pc:spChg chg="add mod">
          <ac:chgData name="dev balyan" userId="b58c3dbcc75ad324" providerId="Windows Live" clId="Web-{B0B3FF6E-9745-CE23-4D92-DAFD3E119D36}" dt="2026-05-05T22:23:50.040" v="2276" actId="1076"/>
          <ac:spMkLst>
            <pc:docMk/>
            <pc:sldMk cId="456785275" sldId="1515"/>
            <ac:spMk id="4" creationId="{5FBF68A6-F793-5A22-726E-EAEC62BFF96E}"/>
          </ac:spMkLst>
        </pc:spChg>
        <pc:spChg chg="add mod">
          <ac:chgData name="dev balyan" userId="b58c3dbcc75ad324" providerId="Windows Live" clId="Web-{B0B3FF6E-9745-CE23-4D92-DAFD3E119D36}" dt="2026-05-05T22:25:02.091" v="2303" actId="1076"/>
          <ac:spMkLst>
            <pc:docMk/>
            <pc:sldMk cId="456785275" sldId="1515"/>
            <ac:spMk id="5" creationId="{F5F27306-73AD-3581-5089-3B08FA83635E}"/>
          </ac:spMkLst>
        </pc:spChg>
      </pc:sldChg>
      <pc:sldChg chg="addSp modSp new">
        <pc:chgData name="dev balyan" userId="b58c3dbcc75ad324" providerId="Windows Live" clId="Web-{B0B3FF6E-9745-CE23-4D92-DAFD3E119D36}" dt="2026-05-05T22:27:29.132" v="2339" actId="20577"/>
        <pc:sldMkLst>
          <pc:docMk/>
          <pc:sldMk cId="3908790204" sldId="1516"/>
        </pc:sldMkLst>
        <pc:spChg chg="mod">
          <ac:chgData name="dev balyan" userId="b58c3dbcc75ad324" providerId="Windows Live" clId="Web-{B0B3FF6E-9745-CE23-4D92-DAFD3E119D36}" dt="2026-05-05T22:25:50.454" v="2306" actId="1076"/>
          <ac:spMkLst>
            <pc:docMk/>
            <pc:sldMk cId="3908790204" sldId="1516"/>
            <ac:spMk id="2" creationId="{AA004E39-B497-D7A0-8358-48DD87387A7F}"/>
          </ac:spMkLst>
        </pc:spChg>
        <pc:spChg chg="mod">
          <ac:chgData name="dev balyan" userId="b58c3dbcc75ad324" providerId="Windows Live" clId="Web-{B0B3FF6E-9745-CE23-4D92-DAFD3E119D36}" dt="2026-05-05T22:25:55.033" v="2307" actId="1076"/>
          <ac:spMkLst>
            <pc:docMk/>
            <pc:sldMk cId="3908790204" sldId="1516"/>
            <ac:spMk id="3" creationId="{03672E00-7A98-BE5C-2E6B-A5AC56875081}"/>
          </ac:spMkLst>
        </pc:spChg>
        <pc:spChg chg="add mod">
          <ac:chgData name="dev balyan" userId="b58c3dbcc75ad324" providerId="Windows Live" clId="Web-{B0B3FF6E-9745-CE23-4D92-DAFD3E119D36}" dt="2026-05-05T22:26:40.583" v="2322" actId="14100"/>
          <ac:spMkLst>
            <pc:docMk/>
            <pc:sldMk cId="3908790204" sldId="1516"/>
            <ac:spMk id="4" creationId="{F7CD961F-6D79-7A76-B557-7D9D95BEF4AD}"/>
          </ac:spMkLst>
        </pc:spChg>
        <pc:spChg chg="add mod">
          <ac:chgData name="dev balyan" userId="b58c3dbcc75ad324" providerId="Windows Live" clId="Web-{B0B3FF6E-9745-CE23-4D92-DAFD3E119D36}" dt="2026-05-05T22:27:29.132" v="2339" actId="20577"/>
          <ac:spMkLst>
            <pc:docMk/>
            <pc:sldMk cId="3908790204" sldId="1516"/>
            <ac:spMk id="5" creationId="{6471487B-BC18-EA5D-2E59-C17CC2DF7736}"/>
          </ac:spMkLst>
        </pc:spChg>
      </pc:sldChg>
      <pc:sldChg chg="addSp modSp new">
        <pc:chgData name="dev balyan" userId="b58c3dbcc75ad324" providerId="Windows Live" clId="Web-{B0B3FF6E-9745-CE23-4D92-DAFD3E119D36}" dt="2026-05-05T22:31:49.813" v="2357" actId="1076"/>
        <pc:sldMkLst>
          <pc:docMk/>
          <pc:sldMk cId="2934401831" sldId="1517"/>
        </pc:sldMkLst>
        <pc:spChg chg="mod">
          <ac:chgData name="dev balyan" userId="b58c3dbcc75ad324" providerId="Windows Live" clId="Web-{B0B3FF6E-9745-CE23-4D92-DAFD3E119D36}" dt="2026-05-05T22:30:47.718" v="2342" actId="1076"/>
          <ac:spMkLst>
            <pc:docMk/>
            <pc:sldMk cId="2934401831" sldId="1517"/>
            <ac:spMk id="2" creationId="{8B766298-908A-2F57-8308-D71075E0983D}"/>
          </ac:spMkLst>
        </pc:spChg>
        <pc:spChg chg="mod">
          <ac:chgData name="dev balyan" userId="b58c3dbcc75ad324" providerId="Windows Live" clId="Web-{B0B3FF6E-9745-CE23-4D92-DAFD3E119D36}" dt="2026-05-05T22:30:52.577" v="2344" actId="1076"/>
          <ac:spMkLst>
            <pc:docMk/>
            <pc:sldMk cId="2934401831" sldId="1517"/>
            <ac:spMk id="3" creationId="{263EE241-C574-97E3-A84D-E443B972A25F}"/>
          </ac:spMkLst>
        </pc:spChg>
        <pc:spChg chg="add mod">
          <ac:chgData name="dev balyan" userId="b58c3dbcc75ad324" providerId="Windows Live" clId="Web-{B0B3FF6E-9745-CE23-4D92-DAFD3E119D36}" dt="2026-05-05T22:31:49.813" v="2357" actId="1076"/>
          <ac:spMkLst>
            <pc:docMk/>
            <pc:sldMk cId="2934401831" sldId="1517"/>
            <ac:spMk id="4" creationId="{9ED956B0-31CE-41E2-7471-701BFF757068}"/>
          </ac:spMkLst>
        </pc:spChg>
      </pc:sldChg>
    </pc:docChg>
  </pc:docChgLst>
  <pc:docChgLst>
    <pc:chgData name="Chandra Mouli Kotta kota" userId="5fe5cc5c0dc36bb4" providerId="LiveId" clId="{14693061-018D-4BFC-863A-740DC1BB17C0}"/>
    <pc:docChg chg="delSld modSld">
      <pc:chgData name="Chandra Mouli Kotta kota" userId="5fe5cc5c0dc36bb4" providerId="LiveId" clId="{14693061-018D-4BFC-863A-740DC1BB17C0}" dt="2026-04-24T06:14:35.144" v="3" actId="1076"/>
      <pc:docMkLst>
        <pc:docMk/>
      </pc:docMkLst>
      <pc:sldMasterChg chg="delSldLayout">
        <pc:chgData name="Chandra Mouli Kotta kota" userId="5fe5cc5c0dc36bb4" providerId="LiveId" clId="{14693061-018D-4BFC-863A-740DC1BB17C0}" dt="2026-04-24T06:14:22.386" v="0" actId="47"/>
        <pc:sldMasterMkLst>
          <pc:docMk/>
          <pc:sldMasterMk cId="109456712" sldId="214748366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84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---commerce-analysis-project-bomf5uh38asvww5xczprkx.streamlit.app/" TargetMode="Externa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6300219" y="1347837"/>
            <a:ext cx="5790182" cy="54970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IN" sz="2667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Project Title</a:t>
            </a: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65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</a:rPr>
              <a:t>E – commerce Analysis project</a:t>
            </a: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50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50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65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Name: Pankaj Kumar</a:t>
            </a:r>
            <a:endParaRPr lang="en-IN" sz="2650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65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Date: 02/09/2026</a:t>
            </a:r>
            <a:endParaRPr lang="en-IN" sz="2650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BE20E2-BAA3-A8ED-5E18-6F25D8C95E4E}"/>
              </a:ext>
            </a:extLst>
          </p:cNvPr>
          <p:cNvSpPr/>
          <p:nvPr/>
        </p:nvSpPr>
        <p:spPr>
          <a:xfrm>
            <a:off x="2041185" y="-2331462"/>
            <a:ext cx="12170863" cy="663852"/>
          </a:xfrm>
          <a:prstGeom prst="rect">
            <a:avLst/>
          </a:prstGeom>
          <a:solidFill>
            <a:srgbClr val="35CC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Books on shelf with solid fill">
            <a:extLst>
              <a:ext uri="{FF2B5EF4-FFF2-40B4-BE49-F238E27FC236}">
                <a16:creationId xmlns:a16="http://schemas.microsoft.com/office/drawing/2014/main" id="{56AC8F09-2427-85A5-F4C1-C7D1CF3963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4640" y="401320"/>
            <a:ext cx="574040" cy="5740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970567-2965-FCD3-3719-E77DA2797971}"/>
              </a:ext>
            </a:extLst>
          </p:cNvPr>
          <p:cNvSpPr txBox="1"/>
          <p:nvPr/>
        </p:nvSpPr>
        <p:spPr>
          <a:xfrm>
            <a:off x="868680" y="452140"/>
            <a:ext cx="1046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BUSINESS</a:t>
            </a:r>
            <a:r>
              <a:rPr lang="en-IN" sz="2800" dirty="0"/>
              <a:t> </a:t>
            </a:r>
            <a:r>
              <a:rPr lang="en-IN" sz="2800" b="1" dirty="0"/>
              <a:t>CONTEXT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5D2857-EEAD-6B84-D280-0EC40572CE98}"/>
              </a:ext>
            </a:extLst>
          </p:cNvPr>
          <p:cNvSpPr txBox="1"/>
          <p:nvPr/>
        </p:nvSpPr>
        <p:spPr>
          <a:xfrm>
            <a:off x="396240" y="1239520"/>
            <a:ext cx="1124712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The company is an e-commerce business operating through an online website.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The company collects data from website sessions, pageviews, orders, products, and refunds.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The company wants to move from basic reporting to data-driven decision-making.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The CEO, Cindy, is preparing the company for its next round of funding.</a:t>
            </a:r>
          </a:p>
          <a:p>
            <a:pPr lvl="0"/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Management needs dashboards to regularly monitor business performance and KPIs.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The website team needs insights into customer visits, sessions, devices, and browsing behaviour.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The marketing team needs to evaluate traffic sources, campaigns, and marketing performance.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The analytics team is expected to provide descriptive, diagnostic, and prescriptive analytics to support business growth and strategic decisions.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98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Books on shelf with solid fill">
            <a:extLst>
              <a:ext uri="{FF2B5EF4-FFF2-40B4-BE49-F238E27FC236}">
                <a16:creationId xmlns:a16="http://schemas.microsoft.com/office/drawing/2014/main" id="{7DFA293F-581B-BE29-8A4D-9ECA378D7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261" y="412895"/>
            <a:ext cx="574040" cy="574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D41EB2-CD0A-F603-1B5F-261911D7A532}"/>
              </a:ext>
            </a:extLst>
          </p:cNvPr>
          <p:cNvSpPr txBox="1"/>
          <p:nvPr/>
        </p:nvSpPr>
        <p:spPr>
          <a:xfrm>
            <a:off x="1042301" y="463715"/>
            <a:ext cx="10394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770BFB-4E69-A5C4-A6AE-CCE352ACA034}"/>
              </a:ext>
            </a:extLst>
          </p:cNvPr>
          <p:cNvSpPr txBox="1"/>
          <p:nvPr/>
        </p:nvSpPr>
        <p:spPr>
          <a:xfrm>
            <a:off x="567159" y="1169043"/>
            <a:ext cx="1103067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Revenue Growth:</a:t>
            </a:r>
            <a:r>
              <a:rPr lang="en-IN" dirty="0"/>
              <a:t> The company needs to identify revenue and order trends to understand growth patterns and periods of decline.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Website Engagement: </a:t>
            </a:r>
            <a:r>
              <a:rPr lang="en-IN" dirty="0"/>
              <a:t>The website team needs to identify browsing and engagement patterns using sessions, pageviews, devices, and page URLs.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Marketing Performance: </a:t>
            </a:r>
            <a:r>
              <a:rPr lang="en-IN" dirty="0"/>
              <a:t>The marketing team needs to determine which UTM sources, campaigns, and content generate the highest traffic, orders, and revenue.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Product Performance: </a:t>
            </a:r>
            <a:r>
              <a:rPr lang="en-IN" dirty="0"/>
              <a:t>The company needs to identify top-performing and underperforming products based on sales, revenue, COGS, and profitability.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New Product Analysis: </a:t>
            </a:r>
            <a:r>
              <a:rPr lang="en-IN" dirty="0"/>
              <a:t>Management needs to evaluate whether newly introduced products are achieving expected sales and revenue performance.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Refund Analysis: </a:t>
            </a:r>
            <a:r>
              <a:rPr lang="en-IN" dirty="0"/>
              <a:t>The company needs to identify products and periods with high refund amounts and understand their impact on profitability. </a:t>
            </a:r>
          </a:p>
        </p:txBody>
      </p:sp>
    </p:spTree>
    <p:extLst>
      <p:ext uri="{BB962C8B-B14F-4D97-AF65-F5344CB8AC3E}">
        <p14:creationId xmlns:p14="http://schemas.microsoft.com/office/powerpoint/2010/main" val="1783989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87E39DF8-3FD9-83AB-3D82-4C37FB89BF7E}"/>
              </a:ext>
            </a:extLst>
          </p:cNvPr>
          <p:cNvSpPr txBox="1"/>
          <p:nvPr/>
        </p:nvSpPr>
        <p:spPr>
          <a:xfrm>
            <a:off x="708660" y="1506552"/>
            <a:ext cx="10774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Python: </a:t>
            </a:r>
            <a:r>
              <a:rPr lang="en-IN" dirty="0"/>
              <a:t>Data cleaning, EDA, predictive analytics; Flexible for data analysis and machine learning.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7D0921-B6DF-CBB2-7CAD-33E0D3C76BA1}"/>
              </a:ext>
            </a:extLst>
          </p:cNvPr>
          <p:cNvSpPr txBox="1"/>
          <p:nvPr/>
        </p:nvSpPr>
        <p:spPr>
          <a:xfrm>
            <a:off x="708660" y="2151199"/>
            <a:ext cx="10683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SQL:</a:t>
            </a:r>
            <a:r>
              <a:rPr lang="en-IN" dirty="0"/>
              <a:t> KPI calculations &amp; stakeholder analysis; Useful for revenue, orders, customers, growth, rankings, and segmentation.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7F841F-B962-4AB9-5A52-9C5145D51275}"/>
              </a:ext>
            </a:extLst>
          </p:cNvPr>
          <p:cNvSpPr txBox="1"/>
          <p:nvPr/>
        </p:nvSpPr>
        <p:spPr>
          <a:xfrm>
            <a:off x="708660" y="3079865"/>
            <a:ext cx="1066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Power BI:</a:t>
            </a:r>
            <a:r>
              <a:rPr lang="en-IN" dirty="0"/>
              <a:t> Stakeholder dashboards; Creates interactive dashboards for CEO, Website Manager, and Marketing Director.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BAC192-1D51-EF9E-5203-BB6E8542ABE2}"/>
              </a:ext>
            </a:extLst>
          </p:cNvPr>
          <p:cNvSpPr txBox="1"/>
          <p:nvPr/>
        </p:nvSpPr>
        <p:spPr>
          <a:xfrm>
            <a:off x="708660" y="3909646"/>
            <a:ext cx="10683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Jupyter Notebook:</a:t>
            </a:r>
            <a:r>
              <a:rPr lang="en-IN" dirty="0"/>
              <a:t> Analysis &amp; experimentation; Provides an interactive environment for EDA, modelling, and documentation.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E30DDE-4EB0-0D86-CB9F-E0150056607D}"/>
              </a:ext>
            </a:extLst>
          </p:cNvPr>
          <p:cNvSpPr txBox="1"/>
          <p:nvPr/>
        </p:nvSpPr>
        <p:spPr>
          <a:xfrm>
            <a:off x="708660" y="4689094"/>
            <a:ext cx="1066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SQL Server:</a:t>
            </a:r>
            <a:r>
              <a:rPr lang="en-IN" dirty="0"/>
              <a:t> Data storage &amp; business analysis; Efficiently query large datasets and calculate business KPIs.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9E262A-5021-787D-BDC9-0940239681E3}"/>
              </a:ext>
            </a:extLst>
          </p:cNvPr>
          <p:cNvSpPr txBox="1"/>
          <p:nvPr/>
        </p:nvSpPr>
        <p:spPr>
          <a:xfrm>
            <a:off x="708660" y="5385668"/>
            <a:ext cx="10607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err="1"/>
              <a:t>Streamlit</a:t>
            </a:r>
            <a:r>
              <a:rPr lang="en-IN" b="1" dirty="0"/>
              <a:t> /GitHub:</a:t>
            </a:r>
            <a:r>
              <a:rPr lang="en-IN" dirty="0"/>
              <a:t> Version control &amp; project documentation; Stores project code, documentation, and project versions.</a:t>
            </a:r>
          </a:p>
        </p:txBody>
      </p:sp>
      <p:pic>
        <p:nvPicPr>
          <p:cNvPr id="4" name="Graphic 3" descr="Books on shelf with solid fill">
            <a:extLst>
              <a:ext uri="{FF2B5EF4-FFF2-40B4-BE49-F238E27FC236}">
                <a16:creationId xmlns:a16="http://schemas.microsoft.com/office/drawing/2014/main" id="{8EE17256-3330-5332-95EA-BDFFC597A2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520" y="376454"/>
            <a:ext cx="574040" cy="574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E4E7BD-BCCE-9753-AC7E-779334AD6D4D}"/>
              </a:ext>
            </a:extLst>
          </p:cNvPr>
          <p:cNvSpPr txBox="1"/>
          <p:nvPr/>
        </p:nvSpPr>
        <p:spPr>
          <a:xfrm>
            <a:off x="1107440" y="401864"/>
            <a:ext cx="10530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TECHNOLOGY STACK</a:t>
            </a:r>
          </a:p>
        </p:txBody>
      </p:sp>
    </p:spTree>
    <p:extLst>
      <p:ext uri="{BB962C8B-B14F-4D97-AF65-F5344CB8AC3E}">
        <p14:creationId xmlns:p14="http://schemas.microsoft.com/office/powerpoint/2010/main" val="3812444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FD11184-0995-6D8B-BD54-86471658A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43" y="863600"/>
            <a:ext cx="11467354" cy="5923280"/>
          </a:xfrm>
          <a:prstGeom prst="rect">
            <a:avLst/>
          </a:prstGeom>
        </p:spPr>
      </p:pic>
      <p:pic>
        <p:nvPicPr>
          <p:cNvPr id="6" name="Graphic 5" descr="Books on shelf with solid fill">
            <a:extLst>
              <a:ext uri="{FF2B5EF4-FFF2-40B4-BE49-F238E27FC236}">
                <a16:creationId xmlns:a16="http://schemas.microsoft.com/office/drawing/2014/main" id="{A9EF1198-DD67-DE3B-68ED-C9D5F54EBB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243" y="314970"/>
            <a:ext cx="574040" cy="574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057D2D-E87F-542D-CE81-4485328E64DB}"/>
              </a:ext>
            </a:extLst>
          </p:cNvPr>
          <p:cNvSpPr txBox="1"/>
          <p:nvPr/>
        </p:nvSpPr>
        <p:spPr>
          <a:xfrm>
            <a:off x="1082343" y="327675"/>
            <a:ext cx="5100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3677041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Books on shelf with solid fill">
            <a:extLst>
              <a:ext uri="{FF2B5EF4-FFF2-40B4-BE49-F238E27FC236}">
                <a16:creationId xmlns:a16="http://schemas.microsoft.com/office/drawing/2014/main" id="{E61F46D4-CF72-6256-30E0-9BA02262A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2600" y="397445"/>
            <a:ext cx="574040" cy="5740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9FB0DA-0E22-FA42-FB47-6B33DAC6C1FD}"/>
              </a:ext>
            </a:extLst>
          </p:cNvPr>
          <p:cNvSpPr txBox="1"/>
          <p:nvPr/>
        </p:nvSpPr>
        <p:spPr>
          <a:xfrm>
            <a:off x="1157468" y="422855"/>
            <a:ext cx="10428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ASSUMPTIONS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FBD424-D32A-1845-FF74-10E6686052F5}"/>
              </a:ext>
            </a:extLst>
          </p:cNvPr>
          <p:cNvSpPr txBox="1"/>
          <p:nvPr/>
        </p:nvSpPr>
        <p:spPr>
          <a:xfrm>
            <a:off x="563301" y="1053296"/>
            <a:ext cx="1125445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Unique Identifiers:</a:t>
            </a:r>
            <a:r>
              <a:rPr lang="en-IN" dirty="0"/>
              <a:t> It is assumed that </a:t>
            </a:r>
            <a:r>
              <a:rPr lang="en-IN" dirty="0" err="1"/>
              <a:t>order_id</a:t>
            </a:r>
            <a:r>
              <a:rPr lang="en-IN" dirty="0"/>
              <a:t>, </a:t>
            </a:r>
            <a:r>
              <a:rPr lang="en-IN" dirty="0" err="1"/>
              <a:t>order_item_id</a:t>
            </a:r>
            <a:r>
              <a:rPr lang="en-IN" dirty="0"/>
              <a:t>, </a:t>
            </a:r>
            <a:r>
              <a:rPr lang="en-IN" dirty="0" err="1"/>
              <a:t>user_id</a:t>
            </a:r>
            <a:r>
              <a:rPr lang="en-IN" dirty="0"/>
              <a:t>, </a:t>
            </a:r>
            <a:r>
              <a:rPr lang="en-IN" dirty="0" err="1"/>
              <a:t>product_id</a:t>
            </a:r>
            <a:r>
              <a:rPr lang="en-IN" dirty="0"/>
              <a:t>, and </a:t>
            </a:r>
            <a:r>
              <a:rPr lang="en-IN" dirty="0" err="1"/>
              <a:t>website_session_id</a:t>
            </a:r>
            <a:r>
              <a:rPr lang="en-IN" dirty="0"/>
              <a:t> are unique identifiers within their respective tables.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Order &amp; Product Relationship:</a:t>
            </a:r>
            <a:r>
              <a:rPr lang="en-IN" dirty="0"/>
              <a:t> It is assumed that one order can contain multiple order items/products, and the </a:t>
            </a:r>
            <a:r>
              <a:rPr lang="en-IN" dirty="0" err="1"/>
              <a:t>order_items</a:t>
            </a:r>
            <a:r>
              <a:rPr lang="en-IN" dirty="0"/>
              <a:t> table provides product-level details for each order.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Revenue &amp; COGS:</a:t>
            </a:r>
            <a:r>
              <a:rPr lang="en-IN" dirty="0"/>
              <a:t> It is assumed that </a:t>
            </a:r>
            <a:r>
              <a:rPr lang="en-IN" dirty="0" err="1"/>
              <a:t>price_usd</a:t>
            </a:r>
            <a:r>
              <a:rPr lang="en-IN" dirty="0"/>
              <a:t> represents the selling price/revenue and </a:t>
            </a:r>
            <a:r>
              <a:rPr lang="en-IN" dirty="0" err="1"/>
              <a:t>cogs_usd</a:t>
            </a:r>
            <a:r>
              <a:rPr lang="en-IN" dirty="0"/>
              <a:t> represents the Cost of Goods Sold. Gross profit is calculated as Revenue − COGS.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Customer &amp; Session Behaviour:</a:t>
            </a:r>
            <a:r>
              <a:rPr lang="en-IN" dirty="0"/>
              <a:t> It is assumed that </a:t>
            </a:r>
            <a:r>
              <a:rPr lang="en-IN" dirty="0" err="1"/>
              <a:t>user_id</a:t>
            </a:r>
            <a:r>
              <a:rPr lang="en-IN" dirty="0"/>
              <a:t> represents a unique customer who can have multiple website sessions and multiple orders, while </a:t>
            </a:r>
            <a:r>
              <a:rPr lang="en-IN" dirty="0" err="1"/>
              <a:t>website_session_id</a:t>
            </a:r>
            <a:r>
              <a:rPr lang="en-IN" dirty="0"/>
              <a:t> represents a unique website session containing multiple pageviews.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Marketing Attribution:</a:t>
            </a:r>
            <a:r>
              <a:rPr lang="en-IN" dirty="0"/>
              <a:t> It is assumed that </a:t>
            </a:r>
            <a:r>
              <a:rPr lang="en-IN" dirty="0" err="1"/>
              <a:t>utm_source</a:t>
            </a:r>
            <a:r>
              <a:rPr lang="en-IN" dirty="0"/>
              <a:t>, </a:t>
            </a:r>
            <a:r>
              <a:rPr lang="en-IN" dirty="0" err="1"/>
              <a:t>utm_campaign</a:t>
            </a:r>
            <a:r>
              <a:rPr lang="en-IN" dirty="0"/>
              <a:t>, and </a:t>
            </a:r>
            <a:r>
              <a:rPr lang="en-IN" dirty="0" err="1"/>
              <a:t>utm_content</a:t>
            </a:r>
            <a:r>
              <a:rPr lang="en-IN" dirty="0"/>
              <a:t> correctly identify the marketing source, campaign, and content responsible for generating website traffic.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New Product &amp; Predictive Analysis:</a:t>
            </a:r>
            <a:r>
              <a:rPr lang="en-IN" dirty="0"/>
              <a:t> It is assumed that </a:t>
            </a:r>
            <a:r>
              <a:rPr lang="en-IN" dirty="0" err="1"/>
              <a:t>products.created_at</a:t>
            </a:r>
            <a:r>
              <a:rPr lang="en-IN" dirty="0"/>
              <a:t> represents the product launch date and that sufficient historical data is available to </a:t>
            </a:r>
            <a:r>
              <a:rPr lang="en-IN" dirty="0" err="1"/>
              <a:t>analyze</a:t>
            </a:r>
            <a:r>
              <a:rPr lang="en-IN" dirty="0"/>
              <a:t> new product performance, business trends, and future business outcomes.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3046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49FFA51-E955-E157-1012-540317491575}"/>
              </a:ext>
            </a:extLst>
          </p:cNvPr>
          <p:cNvSpPr txBox="1"/>
          <p:nvPr/>
        </p:nvSpPr>
        <p:spPr>
          <a:xfrm>
            <a:off x="697759" y="1360797"/>
            <a:ext cx="111861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Missing/null values: </a:t>
            </a:r>
            <a:r>
              <a:rPr lang="en-IN" dirty="0"/>
              <a:t>Prevents incomplete KPIs and analysis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Duplicate IDs/records: </a:t>
            </a:r>
            <a:r>
              <a:rPr lang="en-IN" dirty="0"/>
              <a:t>Prevents double-counting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Correct values and data types: </a:t>
            </a:r>
            <a:r>
              <a:rPr lang="en-IN" dirty="0"/>
              <a:t>Ensures reliable calculations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Values agree across tables: </a:t>
            </a:r>
            <a:r>
              <a:rPr lang="en-IN" dirty="0"/>
              <a:t>Ensures reliable relationships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Foreign keys have matching records: </a:t>
            </a:r>
            <a:r>
              <a:rPr lang="en-IN" dirty="0"/>
              <a:t>Prevents orphan records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Price, COGS, refunds: </a:t>
            </a:r>
            <a:r>
              <a:rPr lang="en-IN" dirty="0"/>
              <a:t>Critical for revenue/profit analysis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Logical business conditions: </a:t>
            </a:r>
            <a:r>
              <a:rPr lang="en-IN" dirty="0"/>
              <a:t>Ensures data reflects real business behaviour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Unusual values: </a:t>
            </a:r>
            <a:r>
              <a:rPr lang="en-IN" dirty="0"/>
              <a:t>Helps identify errors or exceptional transactions</a:t>
            </a:r>
          </a:p>
          <a:p>
            <a:endParaRPr lang="en-IN" dirty="0"/>
          </a:p>
        </p:txBody>
      </p:sp>
      <p:pic>
        <p:nvPicPr>
          <p:cNvPr id="12" name="Graphic 11" descr="Books on shelf with solid fill">
            <a:extLst>
              <a:ext uri="{FF2B5EF4-FFF2-40B4-BE49-F238E27FC236}">
                <a16:creationId xmlns:a16="http://schemas.microsoft.com/office/drawing/2014/main" id="{0B8D49F6-D684-7890-678A-39595878DC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261" y="412895"/>
            <a:ext cx="574040" cy="5740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D4CAC5B-765A-CF3B-7686-9466622C0218}"/>
              </a:ext>
            </a:extLst>
          </p:cNvPr>
          <p:cNvSpPr txBox="1"/>
          <p:nvPr/>
        </p:nvSpPr>
        <p:spPr>
          <a:xfrm>
            <a:off x="1042301" y="438305"/>
            <a:ext cx="10220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DATA AUDITING</a:t>
            </a:r>
          </a:p>
        </p:txBody>
      </p:sp>
    </p:spTree>
    <p:extLst>
      <p:ext uri="{BB962C8B-B14F-4D97-AF65-F5344CB8AC3E}">
        <p14:creationId xmlns:p14="http://schemas.microsoft.com/office/powerpoint/2010/main" val="2720112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 descr="Books on shelf with solid fill">
            <a:extLst>
              <a:ext uri="{FF2B5EF4-FFF2-40B4-BE49-F238E27FC236}">
                <a16:creationId xmlns:a16="http://schemas.microsoft.com/office/drawing/2014/main" id="{F4826B5F-62DB-6D10-39C7-D9921DE93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261" y="412895"/>
            <a:ext cx="574040" cy="57404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A8E915D-BEA6-07A3-F248-A2EE14C8BB41}"/>
              </a:ext>
            </a:extLst>
          </p:cNvPr>
          <p:cNvSpPr txBox="1"/>
          <p:nvPr/>
        </p:nvSpPr>
        <p:spPr>
          <a:xfrm>
            <a:off x="1157468" y="438305"/>
            <a:ext cx="10556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DESCRIPTIVE ANALYSIS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C5A11F-E4F5-95CE-301A-F0F590EFD9AF}"/>
              </a:ext>
            </a:extLst>
          </p:cNvPr>
          <p:cNvSpPr txBox="1"/>
          <p:nvPr/>
        </p:nvSpPr>
        <p:spPr>
          <a:xfrm>
            <a:off x="567159" y="1296365"/>
            <a:ext cx="1114642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Revenue &amp; Sales Performance Analysis:- </a:t>
            </a:r>
            <a:r>
              <a:rPr lang="en-IN" dirty="0" err="1"/>
              <a:t>Analyze</a:t>
            </a:r>
            <a:r>
              <a:rPr lang="en-IN" dirty="0"/>
              <a:t> total revenue, number of orders, units sold, COGS, and gross profit to understand overall business performance. </a:t>
            </a:r>
          </a:p>
          <a:p>
            <a:pPr lvl="0"/>
            <a:endParaRPr lang="en-IN" b="1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Website Traffic &amp; Session Analysis:- </a:t>
            </a:r>
            <a:r>
              <a:rPr lang="en-IN" dirty="0" err="1"/>
              <a:t>Analyze</a:t>
            </a:r>
            <a:r>
              <a:rPr lang="en-IN" dirty="0"/>
              <a:t> total sessions, unique users, repeat sessions, and session trends to understand website traffic performance.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Website Pageview Analysis:- </a:t>
            </a:r>
            <a:r>
              <a:rPr lang="en-IN" dirty="0" err="1"/>
              <a:t>Analyze</a:t>
            </a:r>
            <a:r>
              <a:rPr lang="en-IN" dirty="0"/>
              <a:t> total pageviews and most frequently visited pages to understand customer browsing and website engagement.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Device Performance Analysis:- </a:t>
            </a:r>
            <a:r>
              <a:rPr lang="en-IN" dirty="0"/>
              <a:t>Compare sessions, users, orders, and revenue across desktop</a:t>
            </a:r>
            <a:r>
              <a:rPr lang="en-IN" b="1" dirty="0"/>
              <a:t>, </a:t>
            </a:r>
            <a:r>
              <a:rPr lang="en-IN" dirty="0"/>
              <a:t>mobile</a:t>
            </a:r>
            <a:r>
              <a:rPr lang="en-IN" b="1" dirty="0"/>
              <a:t>, </a:t>
            </a:r>
            <a:r>
              <a:rPr lang="en-IN" dirty="0"/>
              <a:t>and</a:t>
            </a:r>
            <a:r>
              <a:rPr lang="en-IN" b="1" dirty="0"/>
              <a:t> </a:t>
            </a:r>
            <a:r>
              <a:rPr lang="en-IN" dirty="0"/>
              <a:t>other</a:t>
            </a:r>
            <a:r>
              <a:rPr lang="en-IN" b="1" dirty="0"/>
              <a:t> </a:t>
            </a:r>
            <a:r>
              <a:rPr lang="en-IN" dirty="0"/>
              <a:t>device</a:t>
            </a:r>
            <a:r>
              <a:rPr lang="en-IN" b="1" dirty="0"/>
              <a:t> </a:t>
            </a:r>
            <a:r>
              <a:rPr lang="en-IN" dirty="0"/>
              <a:t>types.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Marketing Channel Performance Analysis:- </a:t>
            </a:r>
            <a:r>
              <a:rPr lang="en-IN" dirty="0" err="1"/>
              <a:t>Analyze</a:t>
            </a:r>
            <a:r>
              <a:rPr lang="en-IN" dirty="0"/>
              <a:t> sessions, orders, and revenue by UTM source</a:t>
            </a:r>
            <a:r>
              <a:rPr lang="en-IN" b="1" dirty="0"/>
              <a:t>, </a:t>
            </a:r>
            <a:r>
              <a:rPr lang="en-IN" dirty="0"/>
              <a:t>campaign</a:t>
            </a:r>
            <a:r>
              <a:rPr lang="en-IN" b="1" dirty="0"/>
              <a:t>, </a:t>
            </a:r>
            <a:r>
              <a:rPr lang="en-IN" dirty="0"/>
              <a:t>and</a:t>
            </a:r>
            <a:r>
              <a:rPr lang="en-IN" b="1" dirty="0"/>
              <a:t> </a:t>
            </a:r>
            <a:r>
              <a:rPr lang="en-IN" dirty="0"/>
              <a:t>content to understand marketing performance.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Refund &amp; Profitability Analysis:- </a:t>
            </a:r>
            <a:r>
              <a:rPr lang="en-IN" dirty="0" err="1"/>
              <a:t>Analyze</a:t>
            </a:r>
            <a:r>
              <a:rPr lang="en-IN" dirty="0"/>
              <a:t> total refund amount, refund frequency, refunded products, and refund trends to understand their impact on business profitability.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2658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FACA76-F056-E3DE-81B0-B29D31326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24" y="280034"/>
            <a:ext cx="5373017" cy="5622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804C5C-E247-388D-810A-76BE972C3ED8}"/>
              </a:ext>
            </a:extLst>
          </p:cNvPr>
          <p:cNvSpPr txBox="1"/>
          <p:nvPr/>
        </p:nvSpPr>
        <p:spPr>
          <a:xfrm>
            <a:off x="6014720" y="280034"/>
            <a:ext cx="588264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Refunds show an overall increasing trend over the period, with noticeable fluctuations.</a:t>
            </a:r>
          </a:p>
          <a:p>
            <a:pPr lvl="0"/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Refund values gradually increased during 2013–2014, indicating growing refund activity.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A sharp spike in refunds occurred around late 2014, reaching approximately $11.8K, the highest point in the period.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The spike suggests a potential issue such as product quality, customer dissatisfaction, order issues, or changes in return/refund policies.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Business implication: </a:t>
            </a:r>
            <a:r>
              <a:rPr lang="en-IN" dirty="0"/>
              <a:t>The company should investigate the cause of the peak refund period and identify products or customer segments contributing most to refunds.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378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8218D9-412D-E5FC-22C4-6C2EC059B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" y="269874"/>
            <a:ext cx="5390515" cy="56412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41111B-6199-0CDD-2F85-472C74DA9002}"/>
              </a:ext>
            </a:extLst>
          </p:cNvPr>
          <p:cNvSpPr txBox="1"/>
          <p:nvPr/>
        </p:nvSpPr>
        <p:spPr>
          <a:xfrm>
            <a:off x="5852160" y="670560"/>
            <a:ext cx="60045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The Original Mr. Fuzzy is the clear top-performing product, generating more than $1M in revenue.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The Forever Love Bear ranks second, with revenue of approximately $350K.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The Birthday Sugar Panda and The Hudson River Mini Bear generate comparatively lower revenue.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There is a large revenue gap between The Original Mr. Fuzzy and the other products, showing strong dependence on the best-selling product.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Business implication</a:t>
            </a:r>
            <a:r>
              <a:rPr lang="en-IN" dirty="0"/>
              <a:t>: The company should </a:t>
            </a:r>
            <a:r>
              <a:rPr lang="en-IN" dirty="0" err="1"/>
              <a:t>analyze</a:t>
            </a:r>
            <a:r>
              <a:rPr lang="en-IN" dirty="0"/>
              <a:t> why </a:t>
            </a:r>
            <a:r>
              <a:rPr lang="en-IN" i="1" dirty="0"/>
              <a:t>The Original Mr. Fuzzy</a:t>
            </a:r>
            <a:r>
              <a:rPr lang="en-IN" dirty="0"/>
              <a:t> performs exceptionally well and use its successful pricing, marketing, and product strategy to improve other products.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2756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Books on shelf with solid fill">
            <a:extLst>
              <a:ext uri="{FF2B5EF4-FFF2-40B4-BE49-F238E27FC236}">
                <a16:creationId xmlns:a16="http://schemas.microsoft.com/office/drawing/2014/main" id="{A89A7D73-516A-811C-5267-5AEBB2E538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261" y="412895"/>
            <a:ext cx="574040" cy="574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ABAC91-31AE-5A62-2D53-991C3010BDED}"/>
              </a:ext>
            </a:extLst>
          </p:cNvPr>
          <p:cNvSpPr txBox="1"/>
          <p:nvPr/>
        </p:nvSpPr>
        <p:spPr>
          <a:xfrm>
            <a:off x="1215341" y="438305"/>
            <a:ext cx="10347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DIAGNOSTIC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C6975-94ED-A374-0003-F51CFB8E9BBA}"/>
              </a:ext>
            </a:extLst>
          </p:cNvPr>
          <p:cNvSpPr txBox="1"/>
          <p:nvPr/>
        </p:nvSpPr>
        <p:spPr>
          <a:xfrm>
            <a:off x="729205" y="1134319"/>
            <a:ext cx="1083390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Revenue Decline/Growth Analysis:- </a:t>
            </a:r>
            <a:r>
              <a:rPr lang="en-IN" dirty="0"/>
              <a:t>Identify the reasons behind increases or decreases in revenue by comparing orders, customers, products, marketing channels, and time periods.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Conversion Drop Analysis:- </a:t>
            </a:r>
            <a:r>
              <a:rPr lang="en-IN" dirty="0"/>
              <a:t>Determine why website traffic is not converting into orders by comparing sessions, pageviews, users, devices, and purchasing behaviour.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Marketing Performance Analysis:- </a:t>
            </a:r>
            <a:r>
              <a:rPr lang="en-IN" dirty="0"/>
              <a:t>Determine why certain marketing sources/campaigns generate more orders or revenue than others by comparing sessions, orders, revenue, and conversion rates.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Website Engagement Analysis:- </a:t>
            </a:r>
            <a:r>
              <a:rPr lang="en-IN" dirty="0"/>
              <a:t>Investigate why some website pages receive high or low engagement by </a:t>
            </a:r>
            <a:r>
              <a:rPr lang="en-IN" dirty="0" err="1"/>
              <a:t>analyzing</a:t>
            </a:r>
            <a:r>
              <a:rPr lang="en-IN" dirty="0"/>
              <a:t> pageviews, session behaviour, page URLs, and customer journeys.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Product Performance Analysis:- </a:t>
            </a:r>
            <a:r>
              <a:rPr lang="en-IN" dirty="0"/>
              <a:t>Determine why some products perform better than others by comparing quantity sold, revenue, COGS, profit, and customer demand.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Refund Cause Analysis:- </a:t>
            </a:r>
            <a:r>
              <a:rPr lang="en-IN" dirty="0"/>
              <a:t>Identify why certain products or periods have higher refund amounts by </a:t>
            </a:r>
            <a:r>
              <a:rPr lang="en-IN" dirty="0" err="1"/>
              <a:t>analyzing</a:t>
            </a:r>
            <a:r>
              <a:rPr lang="en-IN" dirty="0"/>
              <a:t> refunded products, order items, sales volume, and refund trends.</a:t>
            </a:r>
          </a:p>
        </p:txBody>
      </p:sp>
    </p:spTree>
    <p:extLst>
      <p:ext uri="{BB962C8B-B14F-4D97-AF65-F5344CB8AC3E}">
        <p14:creationId xmlns:p14="http://schemas.microsoft.com/office/powerpoint/2010/main" val="861626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search is the strongest marketing source, generating approximately $1.25M in revenue.&#10;NULL/Unattributed traffic contributes around $370K, indicating a significant amount of revenue from sources that are not properly tracked.&#10;bsearch generates approximately $270K, making it the third-largest contributor.&#10;socialbook contributes very little revenue compared with the other sources.&#10;Business implication: The company should continue investing in gsearch, while improving source tracking for NULL traffic and evaluating the effectiveness of social media marketing.">
            <a:extLst>
              <a:ext uri="{FF2B5EF4-FFF2-40B4-BE49-F238E27FC236}">
                <a16:creationId xmlns:a16="http://schemas.microsoft.com/office/drawing/2014/main" id="{30EC2E6F-463B-98C4-F9A9-F05E45E38C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1" y="178434"/>
            <a:ext cx="5181600" cy="56432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1C1987-34F9-C0E2-F602-FDFD6B15519E}"/>
              </a:ext>
            </a:extLst>
          </p:cNvPr>
          <p:cNvSpPr txBox="1"/>
          <p:nvPr/>
        </p:nvSpPr>
        <p:spPr>
          <a:xfrm>
            <a:off x="5842000" y="548640"/>
            <a:ext cx="587248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 err="1"/>
              <a:t>gsearch</a:t>
            </a:r>
            <a:r>
              <a:rPr lang="en-IN" dirty="0"/>
              <a:t> is the strongest marketing source, generating approximately $1.25M in revenue.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NULL/Unattributed traffic contributes around $370K, indicating a significant amount of revenue from sources that are not properly tracked.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 err="1"/>
              <a:t>bsearch</a:t>
            </a:r>
            <a:r>
              <a:rPr lang="en-IN" dirty="0"/>
              <a:t> generates approximately $270K, making it the third-largest contributor.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 err="1"/>
              <a:t>socialbook</a:t>
            </a:r>
            <a:r>
              <a:rPr lang="en-IN" dirty="0"/>
              <a:t> contributes very little revenue compared with the other sources.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Business implication:</a:t>
            </a:r>
            <a:r>
              <a:rPr lang="en-IN" dirty="0"/>
              <a:t> The company should continue investing in </a:t>
            </a:r>
            <a:r>
              <a:rPr lang="en-IN" dirty="0" err="1"/>
              <a:t>gsearch</a:t>
            </a:r>
            <a:r>
              <a:rPr lang="en-IN" dirty="0"/>
              <a:t>, while improving source tracking for NULL traffic and evaluating the effectiveness of social media marketing.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051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8F43F4-02E0-DCB4-3A4A-FE811B515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1" y="249555"/>
            <a:ext cx="6918960" cy="415988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A43907-B320-DA35-F30C-BC4EBC96D443}"/>
              </a:ext>
            </a:extLst>
          </p:cNvPr>
          <p:cNvSpPr txBox="1"/>
          <p:nvPr/>
        </p:nvSpPr>
        <p:spPr>
          <a:xfrm>
            <a:off x="7366000" y="1028343"/>
            <a:ext cx="4267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Shows the relationship between key business metrics.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Identifies strong and weak relationships among metrics.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Helps understand how website traffic, customers, orders, revenue, and refunds are connected.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Supports stakeholders in identifying business drivers and growth opportunities.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Correlation indicates association, not causation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651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8B2A2E-EF0D-4651-DFEA-AC97882CD7E5}"/>
              </a:ext>
            </a:extLst>
          </p:cNvPr>
          <p:cNvSpPr/>
          <p:nvPr/>
        </p:nvSpPr>
        <p:spPr>
          <a:xfrm>
            <a:off x="325119" y="264160"/>
            <a:ext cx="11541760" cy="584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/>
              <a:t>Total Revenue </a:t>
            </a:r>
          </a:p>
          <a:p>
            <a:pPr lvl="0"/>
            <a:r>
              <a:rPr lang="en-IN"/>
              <a:t>Total Orders </a:t>
            </a:r>
          </a:p>
          <a:p>
            <a:pPr lvl="0"/>
            <a:r>
              <a:rPr lang="en-IN"/>
              <a:t>Total Customers </a:t>
            </a:r>
          </a:p>
          <a:p>
            <a:pPr lvl="0"/>
            <a:r>
              <a:rPr lang="en-IN"/>
              <a:t>Gross Profit </a:t>
            </a:r>
          </a:p>
          <a:p>
            <a:pPr lvl="0"/>
            <a:r>
              <a:rPr lang="en-IN"/>
              <a:t>Gross Margin % </a:t>
            </a:r>
          </a:p>
          <a:p>
            <a:pPr lvl="0"/>
            <a:r>
              <a:rPr lang="en-IN"/>
              <a:t>AOV </a:t>
            </a:r>
          </a:p>
          <a:p>
            <a:pPr lvl="0"/>
            <a:r>
              <a:rPr lang="en-IN"/>
              <a:t>Revenue trend </a:t>
            </a:r>
          </a:p>
          <a:p>
            <a:pPr lvl="0"/>
            <a:r>
              <a:rPr lang="en-IN"/>
              <a:t>Product performance </a:t>
            </a:r>
          </a:p>
          <a:p>
            <a:pPr lvl="0"/>
            <a:r>
              <a:rPr lang="en-IN"/>
              <a:t>Marketing performance </a:t>
            </a:r>
          </a:p>
          <a:p>
            <a:pPr lvl="0"/>
            <a:r>
              <a:rPr lang="en-IN"/>
              <a:t>Refund amount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23BFA0-F493-166D-2837-6FB77C9D10BB}"/>
              </a:ext>
            </a:extLst>
          </p:cNvPr>
          <p:cNvSpPr/>
          <p:nvPr/>
        </p:nvSpPr>
        <p:spPr>
          <a:xfrm>
            <a:off x="325120" y="264160"/>
            <a:ext cx="833120" cy="7416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B3DF7C-056C-F412-2064-E4463A12E976}"/>
              </a:ext>
            </a:extLst>
          </p:cNvPr>
          <p:cNvCxnSpPr>
            <a:cxnSpLocks/>
          </p:cNvCxnSpPr>
          <p:nvPr/>
        </p:nvCxnSpPr>
        <p:spPr>
          <a:xfrm>
            <a:off x="833120" y="1005840"/>
            <a:ext cx="110337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D6ACED-99CE-8DD5-CB88-756889919BA5}"/>
              </a:ext>
            </a:extLst>
          </p:cNvPr>
          <p:cNvCxnSpPr/>
          <p:nvPr/>
        </p:nvCxnSpPr>
        <p:spPr>
          <a:xfrm>
            <a:off x="2174240" y="1005840"/>
            <a:ext cx="0" cy="51003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D5AF26-E351-E568-A5E1-E3E2662B56C7}"/>
              </a:ext>
            </a:extLst>
          </p:cNvPr>
          <p:cNvCxnSpPr/>
          <p:nvPr/>
        </p:nvCxnSpPr>
        <p:spPr>
          <a:xfrm>
            <a:off x="2174240" y="2153920"/>
            <a:ext cx="969264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9EDE7E-CB6B-7988-88FB-D5447E88F4B2}"/>
              </a:ext>
            </a:extLst>
          </p:cNvPr>
          <p:cNvCxnSpPr/>
          <p:nvPr/>
        </p:nvCxnSpPr>
        <p:spPr>
          <a:xfrm>
            <a:off x="325120" y="2153920"/>
            <a:ext cx="18491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1768AF-13ED-1C13-E661-218E591D1E34}"/>
              </a:ext>
            </a:extLst>
          </p:cNvPr>
          <p:cNvCxnSpPr/>
          <p:nvPr/>
        </p:nvCxnSpPr>
        <p:spPr>
          <a:xfrm>
            <a:off x="325119" y="3352800"/>
            <a:ext cx="18491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B93A5A2-23E9-0AA1-75DA-BD1D037CC068}"/>
              </a:ext>
            </a:extLst>
          </p:cNvPr>
          <p:cNvCxnSpPr/>
          <p:nvPr/>
        </p:nvCxnSpPr>
        <p:spPr>
          <a:xfrm>
            <a:off x="325119" y="4582160"/>
            <a:ext cx="18491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C3E6955-0639-F87B-1841-3F1A236991CA}"/>
              </a:ext>
            </a:extLst>
          </p:cNvPr>
          <p:cNvSpPr txBox="1"/>
          <p:nvPr/>
        </p:nvSpPr>
        <p:spPr>
          <a:xfrm>
            <a:off x="325119" y="1005840"/>
            <a:ext cx="1849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02C1D4-E66E-C2BF-2608-F512BC135A76}"/>
              </a:ext>
            </a:extLst>
          </p:cNvPr>
          <p:cNvSpPr txBox="1"/>
          <p:nvPr/>
        </p:nvSpPr>
        <p:spPr>
          <a:xfrm>
            <a:off x="325119" y="2153920"/>
            <a:ext cx="184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Product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A64AA2-F1FA-9103-3FF6-BBC65E0D2D11}"/>
              </a:ext>
            </a:extLst>
          </p:cNvPr>
          <p:cNvSpPr txBox="1"/>
          <p:nvPr/>
        </p:nvSpPr>
        <p:spPr>
          <a:xfrm>
            <a:off x="325119" y="3352800"/>
            <a:ext cx="184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Device Type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FB62B1-B763-E332-9105-B3B532955D97}"/>
              </a:ext>
            </a:extLst>
          </p:cNvPr>
          <p:cNvSpPr txBox="1"/>
          <p:nvPr/>
        </p:nvSpPr>
        <p:spPr>
          <a:xfrm>
            <a:off x="325119" y="4582160"/>
            <a:ext cx="18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/>
              <a:t>Utm</a:t>
            </a:r>
            <a:r>
              <a:rPr lang="en-IN" dirty="0"/>
              <a:t>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832646-AEBF-0698-C9E9-7767AC75FC23}"/>
              </a:ext>
            </a:extLst>
          </p:cNvPr>
          <p:cNvSpPr txBox="1"/>
          <p:nvPr/>
        </p:nvSpPr>
        <p:spPr>
          <a:xfrm>
            <a:off x="325119" y="264160"/>
            <a:ext cx="83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Logo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D39257-61FD-9B62-94EE-CC6A5661EBE6}"/>
              </a:ext>
            </a:extLst>
          </p:cNvPr>
          <p:cNvSpPr txBox="1"/>
          <p:nvPr/>
        </p:nvSpPr>
        <p:spPr>
          <a:xfrm>
            <a:off x="1168398" y="385217"/>
            <a:ext cx="9672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CEO EXECUTIVE DASHBOARD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8F2E0BB8-BBB1-86B7-86F1-16BC38599674}"/>
              </a:ext>
            </a:extLst>
          </p:cNvPr>
          <p:cNvSpPr/>
          <p:nvPr/>
        </p:nvSpPr>
        <p:spPr>
          <a:xfrm>
            <a:off x="11165840" y="392684"/>
            <a:ext cx="479044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5D389A9-C5A0-E413-BA76-26C6D1556DEE}"/>
              </a:ext>
            </a:extLst>
          </p:cNvPr>
          <p:cNvCxnSpPr/>
          <p:nvPr/>
        </p:nvCxnSpPr>
        <p:spPr>
          <a:xfrm>
            <a:off x="3921760" y="1005840"/>
            <a:ext cx="0" cy="1148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A65DFB1-1216-D512-83C5-4918E49C8928}"/>
              </a:ext>
            </a:extLst>
          </p:cNvPr>
          <p:cNvCxnSpPr/>
          <p:nvPr/>
        </p:nvCxnSpPr>
        <p:spPr>
          <a:xfrm>
            <a:off x="5567680" y="1005840"/>
            <a:ext cx="0" cy="1148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80EC488-BEF9-1616-0C2B-9BE25F1FB23D}"/>
              </a:ext>
            </a:extLst>
          </p:cNvPr>
          <p:cNvCxnSpPr/>
          <p:nvPr/>
        </p:nvCxnSpPr>
        <p:spPr>
          <a:xfrm>
            <a:off x="7193280" y="1025883"/>
            <a:ext cx="0" cy="1148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38316AE-B3F7-8E8B-D928-C5B66F2452C6}"/>
              </a:ext>
            </a:extLst>
          </p:cNvPr>
          <p:cNvCxnSpPr/>
          <p:nvPr/>
        </p:nvCxnSpPr>
        <p:spPr>
          <a:xfrm>
            <a:off x="8747760" y="1005840"/>
            <a:ext cx="0" cy="1148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49E7949-3A30-B79C-9084-07FAC3C94140}"/>
              </a:ext>
            </a:extLst>
          </p:cNvPr>
          <p:cNvCxnSpPr/>
          <p:nvPr/>
        </p:nvCxnSpPr>
        <p:spPr>
          <a:xfrm>
            <a:off x="10261600" y="1005840"/>
            <a:ext cx="0" cy="1148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AA0C1A2-1885-EB23-1DBC-5D08E3C203E6}"/>
              </a:ext>
            </a:extLst>
          </p:cNvPr>
          <p:cNvCxnSpPr/>
          <p:nvPr/>
        </p:nvCxnSpPr>
        <p:spPr>
          <a:xfrm>
            <a:off x="7193280" y="2153920"/>
            <a:ext cx="0" cy="39522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49830EB-4A3E-D119-4E2E-E220C3C3C931}"/>
              </a:ext>
            </a:extLst>
          </p:cNvPr>
          <p:cNvCxnSpPr/>
          <p:nvPr/>
        </p:nvCxnSpPr>
        <p:spPr>
          <a:xfrm>
            <a:off x="2174197" y="4023360"/>
            <a:ext cx="96926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BED8689-9CC1-9004-F675-9575655E3D90}"/>
              </a:ext>
            </a:extLst>
          </p:cNvPr>
          <p:cNvSpPr txBox="1"/>
          <p:nvPr/>
        </p:nvSpPr>
        <p:spPr>
          <a:xfrm>
            <a:off x="2174197" y="1005840"/>
            <a:ext cx="174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Total Revenue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656346-7ABE-2832-976D-2C65411B0F98}"/>
              </a:ext>
            </a:extLst>
          </p:cNvPr>
          <p:cNvSpPr txBox="1"/>
          <p:nvPr/>
        </p:nvSpPr>
        <p:spPr>
          <a:xfrm>
            <a:off x="3850618" y="1005562"/>
            <a:ext cx="174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Total Orders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BF140B-DA99-9D7A-1566-9D501ADF03FE}"/>
              </a:ext>
            </a:extLst>
          </p:cNvPr>
          <p:cNvSpPr txBox="1"/>
          <p:nvPr/>
        </p:nvSpPr>
        <p:spPr>
          <a:xfrm>
            <a:off x="5486358" y="1025883"/>
            <a:ext cx="1747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Total Customers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04AD48-DF07-B71C-2677-18A8AC14F886}"/>
              </a:ext>
            </a:extLst>
          </p:cNvPr>
          <p:cNvSpPr txBox="1"/>
          <p:nvPr/>
        </p:nvSpPr>
        <p:spPr>
          <a:xfrm>
            <a:off x="7081520" y="1005562"/>
            <a:ext cx="174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Gross Profit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77E50A-AD78-88B9-F9F6-2480145C4CF5}"/>
              </a:ext>
            </a:extLst>
          </p:cNvPr>
          <p:cNvSpPr txBox="1"/>
          <p:nvPr/>
        </p:nvSpPr>
        <p:spPr>
          <a:xfrm>
            <a:off x="8671560" y="1005562"/>
            <a:ext cx="1747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Gross Margin %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DD5583-8B1A-235D-5869-3318B3F295D2}"/>
              </a:ext>
            </a:extLst>
          </p:cNvPr>
          <p:cNvSpPr txBox="1"/>
          <p:nvPr/>
        </p:nvSpPr>
        <p:spPr>
          <a:xfrm>
            <a:off x="10185399" y="985225"/>
            <a:ext cx="1747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Average Order Value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098DC9-A1B9-9A25-F5BE-A02E2CAD702D}"/>
              </a:ext>
            </a:extLst>
          </p:cNvPr>
          <p:cNvSpPr txBox="1"/>
          <p:nvPr/>
        </p:nvSpPr>
        <p:spPr>
          <a:xfrm>
            <a:off x="2174197" y="2153920"/>
            <a:ext cx="501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Revenue Trend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9644B2-B726-7679-CFAC-A38EBAB5577D}"/>
              </a:ext>
            </a:extLst>
          </p:cNvPr>
          <p:cNvSpPr txBox="1"/>
          <p:nvPr/>
        </p:nvSpPr>
        <p:spPr>
          <a:xfrm>
            <a:off x="7020538" y="2158723"/>
            <a:ext cx="501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Product Performance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8FD63B-09FB-362E-CC4F-41DCA8691F70}"/>
              </a:ext>
            </a:extLst>
          </p:cNvPr>
          <p:cNvSpPr txBox="1"/>
          <p:nvPr/>
        </p:nvSpPr>
        <p:spPr>
          <a:xfrm>
            <a:off x="2214894" y="4023360"/>
            <a:ext cx="501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Marketing Performance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EF420D-B342-D725-CB19-33B69AB6EE46}"/>
              </a:ext>
            </a:extLst>
          </p:cNvPr>
          <p:cNvSpPr txBox="1"/>
          <p:nvPr/>
        </p:nvSpPr>
        <p:spPr>
          <a:xfrm>
            <a:off x="7172973" y="4028163"/>
            <a:ext cx="501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Refund Amount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CA5E52-E960-B1E1-2CDE-031E75F715E1}"/>
              </a:ext>
            </a:extLst>
          </p:cNvPr>
          <p:cNvSpPr txBox="1"/>
          <p:nvPr/>
        </p:nvSpPr>
        <p:spPr>
          <a:xfrm>
            <a:off x="508001" y="1444376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(Slicer)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A2D26D-21E7-A2BE-B7C5-EDCEC947AF36}"/>
              </a:ext>
            </a:extLst>
          </p:cNvPr>
          <p:cNvSpPr txBox="1"/>
          <p:nvPr/>
        </p:nvSpPr>
        <p:spPr>
          <a:xfrm>
            <a:off x="518198" y="2688829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(Slicer)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B6398C-230C-E6A9-EC7D-5315E5F2C359}"/>
              </a:ext>
            </a:extLst>
          </p:cNvPr>
          <p:cNvSpPr txBox="1"/>
          <p:nvPr/>
        </p:nvSpPr>
        <p:spPr>
          <a:xfrm>
            <a:off x="477534" y="3887709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(Slicer)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E103AC-7234-4952-4EE4-7166997FB645}"/>
              </a:ext>
            </a:extLst>
          </p:cNvPr>
          <p:cNvSpPr txBox="1"/>
          <p:nvPr/>
        </p:nvSpPr>
        <p:spPr>
          <a:xfrm>
            <a:off x="518198" y="5072857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(Slicer)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59BF4C-5563-C078-383C-60E763098339}"/>
              </a:ext>
            </a:extLst>
          </p:cNvPr>
          <p:cNvSpPr txBox="1"/>
          <p:nvPr/>
        </p:nvSpPr>
        <p:spPr>
          <a:xfrm>
            <a:off x="2367281" y="1492775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41DA69-200A-50D4-A145-A8DC8F0E3DF5}"/>
              </a:ext>
            </a:extLst>
          </p:cNvPr>
          <p:cNvSpPr txBox="1"/>
          <p:nvPr/>
        </p:nvSpPr>
        <p:spPr>
          <a:xfrm>
            <a:off x="4013201" y="1482615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8EE90A-3542-A58D-B842-B44FD3F2FB57}"/>
              </a:ext>
            </a:extLst>
          </p:cNvPr>
          <p:cNvSpPr txBox="1"/>
          <p:nvPr/>
        </p:nvSpPr>
        <p:spPr>
          <a:xfrm>
            <a:off x="5628642" y="1651893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290552-AC4E-6927-FBD6-D21B8FECE793}"/>
              </a:ext>
            </a:extLst>
          </p:cNvPr>
          <p:cNvSpPr txBox="1"/>
          <p:nvPr/>
        </p:nvSpPr>
        <p:spPr>
          <a:xfrm>
            <a:off x="7213623" y="1397615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5025CB-D8D6-229B-512B-C10FEF7B8B3B}"/>
              </a:ext>
            </a:extLst>
          </p:cNvPr>
          <p:cNvSpPr txBox="1"/>
          <p:nvPr/>
        </p:nvSpPr>
        <p:spPr>
          <a:xfrm>
            <a:off x="8768102" y="1583789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9547590-712B-C9D7-0F3F-B68F61869C9C}"/>
              </a:ext>
            </a:extLst>
          </p:cNvPr>
          <p:cNvSpPr txBox="1"/>
          <p:nvPr/>
        </p:nvSpPr>
        <p:spPr>
          <a:xfrm>
            <a:off x="10312419" y="1584215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B99E01-26C0-CD7D-87AA-793FA63224EC}"/>
              </a:ext>
            </a:extLst>
          </p:cNvPr>
          <p:cNvSpPr txBox="1"/>
          <p:nvPr/>
        </p:nvSpPr>
        <p:spPr>
          <a:xfrm>
            <a:off x="3962409" y="2756187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(Line Chart)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A26A09-1178-2E88-646C-0C46F567705A}"/>
              </a:ext>
            </a:extLst>
          </p:cNvPr>
          <p:cNvSpPr txBox="1"/>
          <p:nvPr/>
        </p:nvSpPr>
        <p:spPr>
          <a:xfrm>
            <a:off x="8138180" y="2731868"/>
            <a:ext cx="291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(Horizontal Bar Chart)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5D151E-6F37-6160-2A54-D943B914D445}"/>
              </a:ext>
            </a:extLst>
          </p:cNvPr>
          <p:cNvSpPr txBox="1"/>
          <p:nvPr/>
        </p:nvSpPr>
        <p:spPr>
          <a:xfrm>
            <a:off x="3230899" y="4631598"/>
            <a:ext cx="291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(Clustered Bar Chart)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9B6B19-5990-4018-B342-1DD5DDE19110}"/>
              </a:ext>
            </a:extLst>
          </p:cNvPr>
          <p:cNvSpPr txBox="1"/>
          <p:nvPr/>
        </p:nvSpPr>
        <p:spPr>
          <a:xfrm>
            <a:off x="8224527" y="4596505"/>
            <a:ext cx="291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(Line Chart)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2F4F5E-32A6-0F9A-419F-BDFA3FB6C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2585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2880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E27940-648F-14C7-9886-CBE79E14622B}"/>
              </a:ext>
            </a:extLst>
          </p:cNvPr>
          <p:cNvSpPr/>
          <p:nvPr/>
        </p:nvSpPr>
        <p:spPr>
          <a:xfrm>
            <a:off x="325119" y="264160"/>
            <a:ext cx="11541760" cy="584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2C7D97-15A4-9031-EE16-1BC73166E4CD}"/>
              </a:ext>
            </a:extLst>
          </p:cNvPr>
          <p:cNvSpPr/>
          <p:nvPr/>
        </p:nvSpPr>
        <p:spPr>
          <a:xfrm>
            <a:off x="325120" y="264160"/>
            <a:ext cx="833120" cy="7416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2E8786-9921-9DFD-3FBD-10F9CCC0379F}"/>
              </a:ext>
            </a:extLst>
          </p:cNvPr>
          <p:cNvCxnSpPr>
            <a:cxnSpLocks/>
          </p:cNvCxnSpPr>
          <p:nvPr/>
        </p:nvCxnSpPr>
        <p:spPr>
          <a:xfrm>
            <a:off x="833120" y="1005840"/>
            <a:ext cx="110337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261BC1-46B3-9F84-BDD8-63E59100F4B1}"/>
              </a:ext>
            </a:extLst>
          </p:cNvPr>
          <p:cNvCxnSpPr/>
          <p:nvPr/>
        </p:nvCxnSpPr>
        <p:spPr>
          <a:xfrm>
            <a:off x="2174240" y="1005840"/>
            <a:ext cx="0" cy="51003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7D2D0F-8B81-812C-7803-DEF2DE1413E0}"/>
              </a:ext>
            </a:extLst>
          </p:cNvPr>
          <p:cNvCxnSpPr/>
          <p:nvPr/>
        </p:nvCxnSpPr>
        <p:spPr>
          <a:xfrm>
            <a:off x="2174240" y="2153920"/>
            <a:ext cx="969264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AF6378-7338-B154-2660-3D7FA8415609}"/>
              </a:ext>
            </a:extLst>
          </p:cNvPr>
          <p:cNvCxnSpPr/>
          <p:nvPr/>
        </p:nvCxnSpPr>
        <p:spPr>
          <a:xfrm>
            <a:off x="325120" y="2153920"/>
            <a:ext cx="18491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138C71-F320-5D2C-DE01-725BA2F93BB5}"/>
              </a:ext>
            </a:extLst>
          </p:cNvPr>
          <p:cNvCxnSpPr/>
          <p:nvPr/>
        </p:nvCxnSpPr>
        <p:spPr>
          <a:xfrm>
            <a:off x="325119" y="3352800"/>
            <a:ext cx="18491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538056-E9EF-B292-CE85-29043F40355E}"/>
              </a:ext>
            </a:extLst>
          </p:cNvPr>
          <p:cNvCxnSpPr/>
          <p:nvPr/>
        </p:nvCxnSpPr>
        <p:spPr>
          <a:xfrm>
            <a:off x="325119" y="4582160"/>
            <a:ext cx="18491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848185-560B-FEFB-649E-5134F1CB1C0F}"/>
              </a:ext>
            </a:extLst>
          </p:cNvPr>
          <p:cNvSpPr txBox="1"/>
          <p:nvPr/>
        </p:nvSpPr>
        <p:spPr>
          <a:xfrm>
            <a:off x="325119" y="1005840"/>
            <a:ext cx="1849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BCFD8A-FB2A-2B42-BCDB-C18DAD78AB56}"/>
              </a:ext>
            </a:extLst>
          </p:cNvPr>
          <p:cNvSpPr txBox="1"/>
          <p:nvPr/>
        </p:nvSpPr>
        <p:spPr>
          <a:xfrm>
            <a:off x="325119" y="2153920"/>
            <a:ext cx="184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Product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7BDEA3-6255-1587-D0F7-B8CE52B9800B}"/>
              </a:ext>
            </a:extLst>
          </p:cNvPr>
          <p:cNvSpPr txBox="1"/>
          <p:nvPr/>
        </p:nvSpPr>
        <p:spPr>
          <a:xfrm>
            <a:off x="325119" y="3352800"/>
            <a:ext cx="184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Device Type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20CF5E-2B0F-C401-4A60-30F833129C6E}"/>
              </a:ext>
            </a:extLst>
          </p:cNvPr>
          <p:cNvSpPr txBox="1"/>
          <p:nvPr/>
        </p:nvSpPr>
        <p:spPr>
          <a:xfrm>
            <a:off x="325119" y="4582160"/>
            <a:ext cx="18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/>
              <a:t>Utm</a:t>
            </a:r>
            <a:r>
              <a:rPr lang="en-IN" dirty="0"/>
              <a:t> Source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BBE9EF-752F-E888-DF6A-2B098F2251AC}"/>
              </a:ext>
            </a:extLst>
          </p:cNvPr>
          <p:cNvSpPr txBox="1"/>
          <p:nvPr/>
        </p:nvSpPr>
        <p:spPr>
          <a:xfrm>
            <a:off x="325119" y="264160"/>
            <a:ext cx="83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Logo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B2B403-A724-7246-111A-423C24220FBD}"/>
              </a:ext>
            </a:extLst>
          </p:cNvPr>
          <p:cNvSpPr txBox="1"/>
          <p:nvPr/>
        </p:nvSpPr>
        <p:spPr>
          <a:xfrm>
            <a:off x="1168399" y="366983"/>
            <a:ext cx="9672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WEBSITE MANAGER DASHBOARD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FDF82CD-3406-FC5F-DFEA-D9571B9C487C}"/>
              </a:ext>
            </a:extLst>
          </p:cNvPr>
          <p:cNvSpPr/>
          <p:nvPr/>
        </p:nvSpPr>
        <p:spPr>
          <a:xfrm>
            <a:off x="11165840" y="392684"/>
            <a:ext cx="479044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8ECB07-C7FB-EE7F-D3E3-C68F822C5FCD}"/>
              </a:ext>
            </a:extLst>
          </p:cNvPr>
          <p:cNvCxnSpPr/>
          <p:nvPr/>
        </p:nvCxnSpPr>
        <p:spPr>
          <a:xfrm>
            <a:off x="3921760" y="1005840"/>
            <a:ext cx="0" cy="1148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ACE7D3-BA4B-83A3-2FAB-6346FC07DD2C}"/>
              </a:ext>
            </a:extLst>
          </p:cNvPr>
          <p:cNvCxnSpPr/>
          <p:nvPr/>
        </p:nvCxnSpPr>
        <p:spPr>
          <a:xfrm>
            <a:off x="5567680" y="1005840"/>
            <a:ext cx="0" cy="1148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83D1E4-DD4F-3416-B96F-66052EA51999}"/>
              </a:ext>
            </a:extLst>
          </p:cNvPr>
          <p:cNvCxnSpPr/>
          <p:nvPr/>
        </p:nvCxnSpPr>
        <p:spPr>
          <a:xfrm>
            <a:off x="7193280" y="1025883"/>
            <a:ext cx="0" cy="1148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3E56B65-C2A5-AC01-9A58-F819F11A2FB9}"/>
              </a:ext>
            </a:extLst>
          </p:cNvPr>
          <p:cNvCxnSpPr/>
          <p:nvPr/>
        </p:nvCxnSpPr>
        <p:spPr>
          <a:xfrm>
            <a:off x="8747760" y="1005840"/>
            <a:ext cx="0" cy="1148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0F2831-1682-C587-096D-8ADC1FD70E7F}"/>
              </a:ext>
            </a:extLst>
          </p:cNvPr>
          <p:cNvCxnSpPr/>
          <p:nvPr/>
        </p:nvCxnSpPr>
        <p:spPr>
          <a:xfrm>
            <a:off x="10261600" y="1005840"/>
            <a:ext cx="0" cy="1148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17900D-9991-9D6E-5FBB-9DFD9E52C175}"/>
              </a:ext>
            </a:extLst>
          </p:cNvPr>
          <p:cNvCxnSpPr/>
          <p:nvPr/>
        </p:nvCxnSpPr>
        <p:spPr>
          <a:xfrm>
            <a:off x="7193280" y="2153920"/>
            <a:ext cx="0" cy="39522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560329C-12C8-7BD6-43CB-D9068A0BDAA5}"/>
              </a:ext>
            </a:extLst>
          </p:cNvPr>
          <p:cNvCxnSpPr/>
          <p:nvPr/>
        </p:nvCxnSpPr>
        <p:spPr>
          <a:xfrm>
            <a:off x="2174197" y="4023360"/>
            <a:ext cx="96926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FF32F26-A640-4ED0-02F5-4E1073D1218A}"/>
              </a:ext>
            </a:extLst>
          </p:cNvPr>
          <p:cNvSpPr txBox="1"/>
          <p:nvPr/>
        </p:nvSpPr>
        <p:spPr>
          <a:xfrm>
            <a:off x="2174197" y="1005840"/>
            <a:ext cx="174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Total Revenue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2774C2-1C5D-8B69-86DB-FEB0FE439446}"/>
              </a:ext>
            </a:extLst>
          </p:cNvPr>
          <p:cNvSpPr txBox="1"/>
          <p:nvPr/>
        </p:nvSpPr>
        <p:spPr>
          <a:xfrm>
            <a:off x="3850618" y="1005562"/>
            <a:ext cx="174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Total Orders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36DE3A-3A4D-51E5-0FB0-971E240ACAB2}"/>
              </a:ext>
            </a:extLst>
          </p:cNvPr>
          <p:cNvSpPr txBox="1"/>
          <p:nvPr/>
        </p:nvSpPr>
        <p:spPr>
          <a:xfrm>
            <a:off x="5486358" y="1025883"/>
            <a:ext cx="174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Sessions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59E49C-80B9-1DB0-78F3-B87F9016AE46}"/>
              </a:ext>
            </a:extLst>
          </p:cNvPr>
          <p:cNvSpPr txBox="1"/>
          <p:nvPr/>
        </p:nvSpPr>
        <p:spPr>
          <a:xfrm>
            <a:off x="7081520" y="1005562"/>
            <a:ext cx="174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Pageviews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C0EA2C-E099-C74B-3C7E-47085F472EB2}"/>
              </a:ext>
            </a:extLst>
          </p:cNvPr>
          <p:cNvSpPr txBox="1"/>
          <p:nvPr/>
        </p:nvSpPr>
        <p:spPr>
          <a:xfrm>
            <a:off x="8671560" y="1005562"/>
            <a:ext cx="174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Repeat Rate 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69756A-A278-A253-10AE-53B7328DA0F3}"/>
              </a:ext>
            </a:extLst>
          </p:cNvPr>
          <p:cNvSpPr txBox="1"/>
          <p:nvPr/>
        </p:nvSpPr>
        <p:spPr>
          <a:xfrm>
            <a:off x="10185399" y="985225"/>
            <a:ext cx="1747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Conversion Rate 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32CBA2-7724-F3D6-8467-1595D935CB3C}"/>
              </a:ext>
            </a:extLst>
          </p:cNvPr>
          <p:cNvSpPr txBox="1"/>
          <p:nvPr/>
        </p:nvSpPr>
        <p:spPr>
          <a:xfrm>
            <a:off x="2174197" y="2153920"/>
            <a:ext cx="501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Monthly Session Trend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9BEDE1-C772-78F7-0898-938597720CD5}"/>
              </a:ext>
            </a:extLst>
          </p:cNvPr>
          <p:cNvSpPr txBox="1"/>
          <p:nvPr/>
        </p:nvSpPr>
        <p:spPr>
          <a:xfrm>
            <a:off x="7020538" y="2158723"/>
            <a:ext cx="501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Monthly Pageview Trend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875F51-0D2D-48FD-91BC-EBEF45BC7663}"/>
              </a:ext>
            </a:extLst>
          </p:cNvPr>
          <p:cNvSpPr txBox="1"/>
          <p:nvPr/>
        </p:nvSpPr>
        <p:spPr>
          <a:xfrm>
            <a:off x="2214894" y="4023360"/>
            <a:ext cx="501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Top 10 Website Pages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BA1064-CDB5-FF9A-72FE-90805A67C9A8}"/>
              </a:ext>
            </a:extLst>
          </p:cNvPr>
          <p:cNvSpPr txBox="1"/>
          <p:nvPr/>
        </p:nvSpPr>
        <p:spPr>
          <a:xfrm>
            <a:off x="7172973" y="4028163"/>
            <a:ext cx="501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Conversion Rate by Device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C92678-E06D-29B9-2B4B-972AE8EDB74A}"/>
              </a:ext>
            </a:extLst>
          </p:cNvPr>
          <p:cNvSpPr txBox="1"/>
          <p:nvPr/>
        </p:nvSpPr>
        <p:spPr>
          <a:xfrm>
            <a:off x="508001" y="1444376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(Slicer)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6A5245-FC99-6A8F-4E42-C440441E8679}"/>
              </a:ext>
            </a:extLst>
          </p:cNvPr>
          <p:cNvSpPr txBox="1"/>
          <p:nvPr/>
        </p:nvSpPr>
        <p:spPr>
          <a:xfrm>
            <a:off x="487678" y="2568824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(Slicer)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9A5026-097B-20BC-9268-12BD6600F453}"/>
              </a:ext>
            </a:extLst>
          </p:cNvPr>
          <p:cNvSpPr txBox="1"/>
          <p:nvPr/>
        </p:nvSpPr>
        <p:spPr>
          <a:xfrm>
            <a:off x="436878" y="3797925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(Slicer)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6E2E3E-056D-2849-4CD3-C04051F9F255}"/>
              </a:ext>
            </a:extLst>
          </p:cNvPr>
          <p:cNvSpPr txBox="1"/>
          <p:nvPr/>
        </p:nvSpPr>
        <p:spPr>
          <a:xfrm>
            <a:off x="426721" y="5072857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(Slicer)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2C1A0E-52FB-6B09-92D9-713C62EA3E6B}"/>
              </a:ext>
            </a:extLst>
          </p:cNvPr>
          <p:cNvSpPr txBox="1"/>
          <p:nvPr/>
        </p:nvSpPr>
        <p:spPr>
          <a:xfrm>
            <a:off x="2367281" y="1492775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735E19-9FC1-FF71-BF00-211C2F29A58A}"/>
              </a:ext>
            </a:extLst>
          </p:cNvPr>
          <p:cNvSpPr txBox="1"/>
          <p:nvPr/>
        </p:nvSpPr>
        <p:spPr>
          <a:xfrm>
            <a:off x="8724902" y="1482175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1F31EF-AC1E-248C-8171-8AB43039138A}"/>
              </a:ext>
            </a:extLst>
          </p:cNvPr>
          <p:cNvSpPr txBox="1"/>
          <p:nvPr/>
        </p:nvSpPr>
        <p:spPr>
          <a:xfrm>
            <a:off x="7254242" y="1492775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116EC2-C1AB-693E-3DEB-904B06903776}"/>
              </a:ext>
            </a:extLst>
          </p:cNvPr>
          <p:cNvSpPr txBox="1"/>
          <p:nvPr/>
        </p:nvSpPr>
        <p:spPr>
          <a:xfrm>
            <a:off x="5608322" y="1503085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4F689A-310A-D719-7614-E3922AF4F046}"/>
              </a:ext>
            </a:extLst>
          </p:cNvPr>
          <p:cNvSpPr txBox="1"/>
          <p:nvPr/>
        </p:nvSpPr>
        <p:spPr>
          <a:xfrm>
            <a:off x="3911599" y="1492775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9A8C6E-AB58-CEF9-74B4-3C6132CE52A1}"/>
              </a:ext>
            </a:extLst>
          </p:cNvPr>
          <p:cNvSpPr txBox="1"/>
          <p:nvPr/>
        </p:nvSpPr>
        <p:spPr>
          <a:xfrm>
            <a:off x="10251437" y="1563452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E64071-69C4-8447-2E2B-2F7FFD236F50}"/>
              </a:ext>
            </a:extLst>
          </p:cNvPr>
          <p:cNvSpPr txBox="1"/>
          <p:nvPr/>
        </p:nvSpPr>
        <p:spPr>
          <a:xfrm>
            <a:off x="3738847" y="2718840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(Line Chart)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0687EE-79EE-2CEE-E0BD-300E953F58A3}"/>
              </a:ext>
            </a:extLst>
          </p:cNvPr>
          <p:cNvSpPr txBox="1"/>
          <p:nvPr/>
        </p:nvSpPr>
        <p:spPr>
          <a:xfrm>
            <a:off x="8829083" y="2753490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(Line Chart)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F3F7D1-EB27-BEBE-4300-45E62256C1B4}"/>
              </a:ext>
            </a:extLst>
          </p:cNvPr>
          <p:cNvSpPr txBox="1"/>
          <p:nvPr/>
        </p:nvSpPr>
        <p:spPr>
          <a:xfrm>
            <a:off x="3799776" y="4582160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(Bar Chart)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B5E7FA-C3CE-2C4A-B719-E4E28660BCC3}"/>
              </a:ext>
            </a:extLst>
          </p:cNvPr>
          <p:cNvSpPr txBox="1"/>
          <p:nvPr/>
        </p:nvSpPr>
        <p:spPr>
          <a:xfrm>
            <a:off x="8671560" y="4582160"/>
            <a:ext cx="183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(Column Chart)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E450415-C954-31F4-E17E-ABF5E526D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2" cy="62687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9099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1713D4-BF31-F079-5494-4E92E8E89609}"/>
              </a:ext>
            </a:extLst>
          </p:cNvPr>
          <p:cNvSpPr/>
          <p:nvPr/>
        </p:nvSpPr>
        <p:spPr>
          <a:xfrm>
            <a:off x="325119" y="264160"/>
            <a:ext cx="11541760" cy="584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08519C8-2839-BF00-9DF0-04BE7F5DC33B}"/>
              </a:ext>
            </a:extLst>
          </p:cNvPr>
          <p:cNvSpPr/>
          <p:nvPr/>
        </p:nvSpPr>
        <p:spPr>
          <a:xfrm>
            <a:off x="325120" y="264160"/>
            <a:ext cx="833120" cy="7416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163122-570A-76A2-2F16-0ED608AE3138}"/>
              </a:ext>
            </a:extLst>
          </p:cNvPr>
          <p:cNvCxnSpPr>
            <a:cxnSpLocks/>
          </p:cNvCxnSpPr>
          <p:nvPr/>
        </p:nvCxnSpPr>
        <p:spPr>
          <a:xfrm>
            <a:off x="833120" y="1005840"/>
            <a:ext cx="110337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43B99-EF33-2B38-A82E-88B231BA3498}"/>
              </a:ext>
            </a:extLst>
          </p:cNvPr>
          <p:cNvCxnSpPr/>
          <p:nvPr/>
        </p:nvCxnSpPr>
        <p:spPr>
          <a:xfrm>
            <a:off x="2174240" y="1005840"/>
            <a:ext cx="0" cy="51003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1518C6-0164-FFA4-24A6-E62CCBE5FDDA}"/>
              </a:ext>
            </a:extLst>
          </p:cNvPr>
          <p:cNvCxnSpPr/>
          <p:nvPr/>
        </p:nvCxnSpPr>
        <p:spPr>
          <a:xfrm>
            <a:off x="2174240" y="2153920"/>
            <a:ext cx="969264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F8CC19-93CE-06C5-6657-647621C98EB7}"/>
              </a:ext>
            </a:extLst>
          </p:cNvPr>
          <p:cNvCxnSpPr/>
          <p:nvPr/>
        </p:nvCxnSpPr>
        <p:spPr>
          <a:xfrm>
            <a:off x="325120" y="2153920"/>
            <a:ext cx="18491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28BE5D-9C7E-6621-4D7B-9E85091C283C}"/>
              </a:ext>
            </a:extLst>
          </p:cNvPr>
          <p:cNvCxnSpPr/>
          <p:nvPr/>
        </p:nvCxnSpPr>
        <p:spPr>
          <a:xfrm>
            <a:off x="325119" y="3352800"/>
            <a:ext cx="18491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8F9379-D81C-7DF3-19AC-F5991FB54D97}"/>
              </a:ext>
            </a:extLst>
          </p:cNvPr>
          <p:cNvCxnSpPr/>
          <p:nvPr/>
        </p:nvCxnSpPr>
        <p:spPr>
          <a:xfrm>
            <a:off x="325119" y="4582160"/>
            <a:ext cx="18491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50052B6-A6FE-DE16-1D76-60C28F8D42D0}"/>
              </a:ext>
            </a:extLst>
          </p:cNvPr>
          <p:cNvSpPr txBox="1"/>
          <p:nvPr/>
        </p:nvSpPr>
        <p:spPr>
          <a:xfrm>
            <a:off x="325119" y="1005840"/>
            <a:ext cx="1849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199CE4-B509-94B5-D919-FEBCDFF5CCE7}"/>
              </a:ext>
            </a:extLst>
          </p:cNvPr>
          <p:cNvSpPr txBox="1"/>
          <p:nvPr/>
        </p:nvSpPr>
        <p:spPr>
          <a:xfrm>
            <a:off x="325119" y="2153920"/>
            <a:ext cx="184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/>
              <a:t>Utm</a:t>
            </a:r>
            <a:r>
              <a:rPr lang="en-IN" dirty="0"/>
              <a:t> Campaign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AD326C-1F52-0FE1-AB41-B272D3028545}"/>
              </a:ext>
            </a:extLst>
          </p:cNvPr>
          <p:cNvSpPr txBox="1"/>
          <p:nvPr/>
        </p:nvSpPr>
        <p:spPr>
          <a:xfrm>
            <a:off x="325119" y="3352800"/>
            <a:ext cx="184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Device Type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E0C095-F3A4-4CA7-F8BB-F38A801547A2}"/>
              </a:ext>
            </a:extLst>
          </p:cNvPr>
          <p:cNvSpPr txBox="1"/>
          <p:nvPr/>
        </p:nvSpPr>
        <p:spPr>
          <a:xfrm>
            <a:off x="325119" y="4582160"/>
            <a:ext cx="18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/>
              <a:t>Utm</a:t>
            </a:r>
            <a:r>
              <a:rPr lang="en-IN" dirty="0"/>
              <a:t> Source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4049B0-68D1-E193-176B-669F4F14FB38}"/>
              </a:ext>
            </a:extLst>
          </p:cNvPr>
          <p:cNvSpPr txBox="1"/>
          <p:nvPr/>
        </p:nvSpPr>
        <p:spPr>
          <a:xfrm>
            <a:off x="325119" y="264160"/>
            <a:ext cx="83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Logo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18033A-E1C6-315A-1B4E-E9677289A396}"/>
              </a:ext>
            </a:extLst>
          </p:cNvPr>
          <p:cNvSpPr txBox="1"/>
          <p:nvPr/>
        </p:nvSpPr>
        <p:spPr>
          <a:xfrm>
            <a:off x="1320833" y="386096"/>
            <a:ext cx="9672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MARKETING MANAGER DASHBOARD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47C2BB8-455B-3302-64D3-C449A6128980}"/>
              </a:ext>
            </a:extLst>
          </p:cNvPr>
          <p:cNvSpPr/>
          <p:nvPr/>
        </p:nvSpPr>
        <p:spPr>
          <a:xfrm>
            <a:off x="11165840" y="392684"/>
            <a:ext cx="479044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ECCA034-3C5B-C24B-6575-01E1F7966190}"/>
              </a:ext>
            </a:extLst>
          </p:cNvPr>
          <p:cNvCxnSpPr/>
          <p:nvPr/>
        </p:nvCxnSpPr>
        <p:spPr>
          <a:xfrm>
            <a:off x="3921760" y="1005840"/>
            <a:ext cx="0" cy="1148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CBC657-0423-88A9-031C-D08C375C0986}"/>
              </a:ext>
            </a:extLst>
          </p:cNvPr>
          <p:cNvCxnSpPr/>
          <p:nvPr/>
        </p:nvCxnSpPr>
        <p:spPr>
          <a:xfrm>
            <a:off x="5567680" y="1005840"/>
            <a:ext cx="0" cy="1148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859B5FF-C7BF-BF33-AB53-918EDEEC3708}"/>
              </a:ext>
            </a:extLst>
          </p:cNvPr>
          <p:cNvCxnSpPr/>
          <p:nvPr/>
        </p:nvCxnSpPr>
        <p:spPr>
          <a:xfrm>
            <a:off x="7193280" y="1025883"/>
            <a:ext cx="0" cy="1148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8C7DCB6-AA3E-3824-9BBC-C41EB9704087}"/>
              </a:ext>
            </a:extLst>
          </p:cNvPr>
          <p:cNvCxnSpPr/>
          <p:nvPr/>
        </p:nvCxnSpPr>
        <p:spPr>
          <a:xfrm>
            <a:off x="8747760" y="1005840"/>
            <a:ext cx="0" cy="1148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A6EAADF-9204-2C28-3464-0B8A88334DE8}"/>
              </a:ext>
            </a:extLst>
          </p:cNvPr>
          <p:cNvCxnSpPr/>
          <p:nvPr/>
        </p:nvCxnSpPr>
        <p:spPr>
          <a:xfrm>
            <a:off x="10261600" y="1005840"/>
            <a:ext cx="0" cy="1148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6058C8-D3DA-A611-191B-956B6B3302A7}"/>
              </a:ext>
            </a:extLst>
          </p:cNvPr>
          <p:cNvCxnSpPr/>
          <p:nvPr/>
        </p:nvCxnSpPr>
        <p:spPr>
          <a:xfrm>
            <a:off x="7193280" y="2153920"/>
            <a:ext cx="0" cy="39522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0BF691-2EC7-EAE0-1DB9-E1700A618EFD}"/>
              </a:ext>
            </a:extLst>
          </p:cNvPr>
          <p:cNvCxnSpPr/>
          <p:nvPr/>
        </p:nvCxnSpPr>
        <p:spPr>
          <a:xfrm>
            <a:off x="2174197" y="4023360"/>
            <a:ext cx="96926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14A6D11-A103-D87D-FEEC-70AF5B5C2FD6}"/>
              </a:ext>
            </a:extLst>
          </p:cNvPr>
          <p:cNvSpPr txBox="1"/>
          <p:nvPr/>
        </p:nvSpPr>
        <p:spPr>
          <a:xfrm>
            <a:off x="2174197" y="1005840"/>
            <a:ext cx="174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Total Revenue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82B315-0F95-8CB3-2495-CB884B22E8D3}"/>
              </a:ext>
            </a:extLst>
          </p:cNvPr>
          <p:cNvSpPr txBox="1"/>
          <p:nvPr/>
        </p:nvSpPr>
        <p:spPr>
          <a:xfrm>
            <a:off x="3850618" y="1005562"/>
            <a:ext cx="174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Total Orders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15A711-C74F-177E-E9A4-789E19A6F4A4}"/>
              </a:ext>
            </a:extLst>
          </p:cNvPr>
          <p:cNvSpPr txBox="1"/>
          <p:nvPr/>
        </p:nvSpPr>
        <p:spPr>
          <a:xfrm>
            <a:off x="5486358" y="1025883"/>
            <a:ext cx="1747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Total Customers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B36A59-9581-FF66-E3BA-D6FD527EBFC3}"/>
              </a:ext>
            </a:extLst>
          </p:cNvPr>
          <p:cNvSpPr txBox="1"/>
          <p:nvPr/>
        </p:nvSpPr>
        <p:spPr>
          <a:xfrm>
            <a:off x="7081520" y="1005562"/>
            <a:ext cx="174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Sessions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A929DF-A6E3-8327-89BC-68A35C951CD9}"/>
              </a:ext>
            </a:extLst>
          </p:cNvPr>
          <p:cNvSpPr txBox="1"/>
          <p:nvPr/>
        </p:nvSpPr>
        <p:spPr>
          <a:xfrm>
            <a:off x="8671560" y="1005562"/>
            <a:ext cx="174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Repeat 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7579AA-82C2-3AE9-F071-42176956A3C6}"/>
              </a:ext>
            </a:extLst>
          </p:cNvPr>
          <p:cNvSpPr txBox="1"/>
          <p:nvPr/>
        </p:nvSpPr>
        <p:spPr>
          <a:xfrm>
            <a:off x="10185399" y="985225"/>
            <a:ext cx="1747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Average Order Value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ADBB5B-8D94-0CD1-34DD-51B018159DDF}"/>
              </a:ext>
            </a:extLst>
          </p:cNvPr>
          <p:cNvSpPr txBox="1"/>
          <p:nvPr/>
        </p:nvSpPr>
        <p:spPr>
          <a:xfrm>
            <a:off x="2174197" y="2153920"/>
            <a:ext cx="501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Monthly Revenue Trend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F1AEAC-4634-43AA-1DB3-FB645AB6BF52}"/>
              </a:ext>
            </a:extLst>
          </p:cNvPr>
          <p:cNvSpPr txBox="1"/>
          <p:nvPr/>
        </p:nvSpPr>
        <p:spPr>
          <a:xfrm>
            <a:off x="7020538" y="2158723"/>
            <a:ext cx="501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Monthly Orders Trend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5130E1-86DE-0656-A3F4-0479671059E9}"/>
              </a:ext>
            </a:extLst>
          </p:cNvPr>
          <p:cNvSpPr txBox="1"/>
          <p:nvPr/>
        </p:nvSpPr>
        <p:spPr>
          <a:xfrm>
            <a:off x="2214894" y="4023360"/>
            <a:ext cx="501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Revenue by </a:t>
            </a:r>
            <a:r>
              <a:rPr lang="en-IN" dirty="0" err="1"/>
              <a:t>Utm</a:t>
            </a:r>
            <a:r>
              <a:rPr lang="en-IN" dirty="0"/>
              <a:t> Source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286630-EA38-0191-513A-E0740CE2EB8D}"/>
              </a:ext>
            </a:extLst>
          </p:cNvPr>
          <p:cNvSpPr txBox="1"/>
          <p:nvPr/>
        </p:nvSpPr>
        <p:spPr>
          <a:xfrm>
            <a:off x="7172973" y="4028163"/>
            <a:ext cx="501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Conversion Rate by Source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844D68-A3F4-93E1-E675-ED70424A061F}"/>
              </a:ext>
            </a:extLst>
          </p:cNvPr>
          <p:cNvSpPr txBox="1"/>
          <p:nvPr/>
        </p:nvSpPr>
        <p:spPr>
          <a:xfrm>
            <a:off x="508002" y="1496536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(Slicer)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448FB4-65F7-276E-B37E-8C7A627428BD}"/>
              </a:ext>
            </a:extLst>
          </p:cNvPr>
          <p:cNvSpPr txBox="1"/>
          <p:nvPr/>
        </p:nvSpPr>
        <p:spPr>
          <a:xfrm>
            <a:off x="497860" y="4974828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(Slicer)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81CACC-B7D4-AFA9-2977-C4C19CE9C5C8}"/>
              </a:ext>
            </a:extLst>
          </p:cNvPr>
          <p:cNvSpPr txBox="1"/>
          <p:nvPr/>
        </p:nvSpPr>
        <p:spPr>
          <a:xfrm>
            <a:off x="426678" y="3838694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(Slicer)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D0DE8D-91C5-7285-9821-C4889B65A52B}"/>
              </a:ext>
            </a:extLst>
          </p:cNvPr>
          <p:cNvSpPr txBox="1"/>
          <p:nvPr/>
        </p:nvSpPr>
        <p:spPr>
          <a:xfrm>
            <a:off x="497860" y="2553454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(Slicer)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42E9AF-EEBC-CD4F-76D1-781580C1D7CC}"/>
              </a:ext>
            </a:extLst>
          </p:cNvPr>
          <p:cNvSpPr txBox="1"/>
          <p:nvPr/>
        </p:nvSpPr>
        <p:spPr>
          <a:xfrm>
            <a:off x="2367281" y="1492775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892D1F-2242-2BB9-03C1-6C52A06A47FD}"/>
              </a:ext>
            </a:extLst>
          </p:cNvPr>
          <p:cNvSpPr txBox="1"/>
          <p:nvPr/>
        </p:nvSpPr>
        <p:spPr>
          <a:xfrm>
            <a:off x="10317502" y="1614269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7C740E-EDD4-A998-0967-FB49DA291CFB}"/>
              </a:ext>
            </a:extLst>
          </p:cNvPr>
          <p:cNvSpPr txBox="1"/>
          <p:nvPr/>
        </p:nvSpPr>
        <p:spPr>
          <a:xfrm>
            <a:off x="8712161" y="1432856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A98F54-0E28-7200-A0F7-574F0EBA8A6D}"/>
              </a:ext>
            </a:extLst>
          </p:cNvPr>
          <p:cNvSpPr txBox="1"/>
          <p:nvPr/>
        </p:nvSpPr>
        <p:spPr>
          <a:xfrm>
            <a:off x="7264404" y="1414702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84D7BD-0404-55BA-7AC8-4C94C27B227A}"/>
              </a:ext>
            </a:extLst>
          </p:cNvPr>
          <p:cNvSpPr txBox="1"/>
          <p:nvPr/>
        </p:nvSpPr>
        <p:spPr>
          <a:xfrm>
            <a:off x="5516841" y="1594565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7E4A66-1D66-0600-5A6F-2A51C742D2B0}"/>
              </a:ext>
            </a:extLst>
          </p:cNvPr>
          <p:cNvSpPr txBox="1"/>
          <p:nvPr/>
        </p:nvSpPr>
        <p:spPr>
          <a:xfrm>
            <a:off x="3952244" y="1492775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(KPI)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1588C7-ABBE-BB28-8A55-211DC5AAA978}"/>
              </a:ext>
            </a:extLst>
          </p:cNvPr>
          <p:cNvSpPr txBox="1"/>
          <p:nvPr/>
        </p:nvSpPr>
        <p:spPr>
          <a:xfrm>
            <a:off x="8712161" y="4605496"/>
            <a:ext cx="1874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(Column Chart)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C0902A3-113F-BCD2-D440-4F8E509CC4FC}"/>
              </a:ext>
            </a:extLst>
          </p:cNvPr>
          <p:cNvSpPr txBox="1"/>
          <p:nvPr/>
        </p:nvSpPr>
        <p:spPr>
          <a:xfrm>
            <a:off x="3789627" y="4605496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(Bar Chart)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983D8E-6CEE-A48E-8CCC-D263DB289393}"/>
              </a:ext>
            </a:extLst>
          </p:cNvPr>
          <p:cNvSpPr txBox="1"/>
          <p:nvPr/>
        </p:nvSpPr>
        <p:spPr>
          <a:xfrm>
            <a:off x="8834146" y="2732295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(Line Chart)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DC36F1-C150-4E0C-3308-729F5595B888}"/>
              </a:ext>
            </a:extLst>
          </p:cNvPr>
          <p:cNvSpPr txBox="1"/>
          <p:nvPr/>
        </p:nvSpPr>
        <p:spPr>
          <a:xfrm>
            <a:off x="3749029" y="2732295"/>
            <a:ext cx="148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(Line Chart)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9B7644D-4F53-6311-0936-EC088955B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228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558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9251042-D8BF-1CE5-7E2F-DB352DA5E4C4}"/>
              </a:ext>
            </a:extLst>
          </p:cNvPr>
          <p:cNvSpPr txBox="1"/>
          <p:nvPr/>
        </p:nvSpPr>
        <p:spPr>
          <a:xfrm>
            <a:off x="617574" y="1218912"/>
            <a:ext cx="1141984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Data Loading &amp; Data Understanding</a:t>
            </a:r>
          </a:p>
          <a:p>
            <a:endParaRPr lang="en-IN" sz="20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Data Cleaning</a:t>
            </a:r>
            <a:r>
              <a:rPr lang="en-IN" sz="2000" dirty="0"/>
              <a:t>:- Handle missing values, Standardize categorical values, Check invalid numerical values, Create appropriate data types</a:t>
            </a:r>
          </a:p>
          <a:p>
            <a:endParaRPr lang="en-IN" sz="20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Sales and Revenue Analysis</a:t>
            </a:r>
            <a:r>
              <a:rPr lang="en-IN" sz="2000" dirty="0"/>
              <a:t>:- Revenue Trend, Order Trend, AOV, Gross Profit, Gross Margin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Website Performance Analysis</a:t>
            </a:r>
            <a:r>
              <a:rPr lang="en-IN" sz="2000" dirty="0"/>
              <a:t>:- Session, Pageviews, Conversion</a:t>
            </a:r>
          </a:p>
          <a:p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Marketing Analysis</a:t>
            </a:r>
            <a:r>
              <a:rPr lang="en-IN" sz="2000" dirty="0"/>
              <a:t>:- Sessions by source, Sessions by campaign, Orders by source , Revenue by source , Conversion rate by source , Repeat sessions by source 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Refund Analysis</a:t>
            </a:r>
            <a:r>
              <a:rPr lang="en-IN" sz="2000" dirty="0"/>
              <a:t>:- Total refunds, Refund amount, Refund rate, Product-wise refunds, Refund trends, Products with unusually high refunds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Statistical Analysis</a:t>
            </a:r>
            <a:r>
              <a:rPr lang="en-IN" sz="2000" dirty="0"/>
              <a:t>: Correlation Analysis, Distribution Analysis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p:pic>
        <p:nvPicPr>
          <p:cNvPr id="12" name="Graphic 11" descr="Books on shelf with solid fill">
            <a:extLst>
              <a:ext uri="{FF2B5EF4-FFF2-40B4-BE49-F238E27FC236}">
                <a16:creationId xmlns:a16="http://schemas.microsoft.com/office/drawing/2014/main" id="{87E0994D-6A58-40E7-3AC0-7086FFFDF9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261" y="412895"/>
            <a:ext cx="574040" cy="5740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0F6A29-0F23-5589-DE2A-DC75958BFE30}"/>
              </a:ext>
            </a:extLst>
          </p:cNvPr>
          <p:cNvSpPr txBox="1"/>
          <p:nvPr/>
        </p:nvSpPr>
        <p:spPr>
          <a:xfrm>
            <a:off x="1042301" y="438305"/>
            <a:ext cx="10370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ANALYSIS USING PYTHON</a:t>
            </a:r>
          </a:p>
        </p:txBody>
      </p:sp>
    </p:spTree>
    <p:extLst>
      <p:ext uri="{BB962C8B-B14F-4D97-AF65-F5344CB8AC3E}">
        <p14:creationId xmlns:p14="http://schemas.microsoft.com/office/powerpoint/2010/main" val="2021332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Books on shelf with solid fill">
            <a:extLst>
              <a:ext uri="{FF2B5EF4-FFF2-40B4-BE49-F238E27FC236}">
                <a16:creationId xmlns:a16="http://schemas.microsoft.com/office/drawing/2014/main" id="{AA1135E2-FCC3-8C2E-01AC-EF9E6F5EB5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261" y="412895"/>
            <a:ext cx="574040" cy="574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678413-A152-7CE8-EE83-1B34B0923787}"/>
              </a:ext>
            </a:extLst>
          </p:cNvPr>
          <p:cNvSpPr txBox="1"/>
          <p:nvPr/>
        </p:nvSpPr>
        <p:spPr>
          <a:xfrm>
            <a:off x="1042301" y="438305"/>
            <a:ext cx="6151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WEB USING STREAMLIT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2963E-8863-0DB2-F2C7-5476D9EB93FA}"/>
              </a:ext>
            </a:extLst>
          </p:cNvPr>
          <p:cNvSpPr txBox="1"/>
          <p:nvPr/>
        </p:nvSpPr>
        <p:spPr>
          <a:xfrm>
            <a:off x="468261" y="1107440"/>
            <a:ext cx="111649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Provides an interactive and user-friendly dashboard for business analysis.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Displays important KPIs, charts, trends, and business insights in a single platform.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Allows users to interact with data using filters and selection options.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Integrates the machine learning model to generate predictions and analytical insights.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Provides a centralized interface for business users and stakeholders to support data-driven decision-making.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USERNAME = "</a:t>
            </a:r>
            <a:r>
              <a:rPr lang="en-IN" dirty="0" err="1"/>
              <a:t>PankajKumar</a:t>
            </a:r>
            <a:r>
              <a:rPr lang="en-IN" dirty="0"/>
              <a:t>“</a:t>
            </a:r>
          </a:p>
          <a:p>
            <a:pPr lvl="0"/>
            <a:r>
              <a:rPr lang="en-IN" dirty="0"/>
              <a:t>PASSWORD = "</a:t>
            </a:r>
            <a:r>
              <a:rPr lang="en-IN" dirty="0" err="1"/>
              <a:t>harshydv</a:t>
            </a:r>
            <a:r>
              <a:rPr lang="en-IN" dirty="0"/>
              <a:t>“</a:t>
            </a:r>
          </a:p>
          <a:p>
            <a:pPr lvl="0"/>
            <a:r>
              <a:rPr lang="en-IN" dirty="0"/>
              <a:t>LINK: </a:t>
            </a:r>
            <a:r>
              <a:rPr lang="en-IN" dirty="0">
                <a:hlinkClick r:id="rId3"/>
              </a:rPr>
              <a:t>https://e---commerce-analysis-project-bomf5uh38asvww5xczprkx.streamlit.app/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225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EC74EC2-CEF5-4574-3177-3B2AE1BD6CEB}"/>
              </a:ext>
            </a:extLst>
          </p:cNvPr>
          <p:cNvSpPr txBox="1"/>
          <p:nvPr/>
        </p:nvSpPr>
        <p:spPr>
          <a:xfrm>
            <a:off x="487680" y="1997839"/>
            <a:ext cx="55981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Business Performance</a:t>
            </a:r>
            <a:r>
              <a:rPr lang="en-IN" sz="2000" dirty="0"/>
              <a:t> → Revenue &amp; Sales</a:t>
            </a:r>
          </a:p>
          <a:p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Profitability</a:t>
            </a:r>
            <a:r>
              <a:rPr lang="en-IN" sz="2000" dirty="0"/>
              <a:t> → Revenue vs COGS</a:t>
            </a:r>
          </a:p>
          <a:p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Products</a:t>
            </a:r>
            <a:r>
              <a:rPr lang="en-IN" sz="2000" dirty="0"/>
              <a:t> → Top/Bottom Products</a:t>
            </a:r>
          </a:p>
          <a:p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 New Products</a:t>
            </a:r>
            <a:r>
              <a:rPr lang="en-IN" sz="2000" dirty="0"/>
              <a:t> → Launch Performance</a:t>
            </a:r>
          </a:p>
          <a:p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Website</a:t>
            </a:r>
            <a:r>
              <a:rPr lang="en-IN" sz="2000" dirty="0"/>
              <a:t> → Sessions → Orders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97EC8A-E8A6-ED7B-33BE-0455D0F41653}"/>
              </a:ext>
            </a:extLst>
          </p:cNvPr>
          <p:cNvSpPr txBox="1"/>
          <p:nvPr/>
        </p:nvSpPr>
        <p:spPr>
          <a:xfrm>
            <a:off x="6370320" y="1997839"/>
            <a:ext cx="5334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Marketing</a:t>
            </a:r>
            <a:r>
              <a:rPr lang="en-IN" dirty="0"/>
              <a:t> → Source &amp; Campaign Performance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Website UX</a:t>
            </a:r>
            <a:r>
              <a:rPr lang="en-IN" dirty="0"/>
              <a:t> → Device Performance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Revenue Leakage</a:t>
            </a:r>
            <a:r>
              <a:rPr lang="en-IN" dirty="0"/>
              <a:t> → Refunds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Future Growth</a:t>
            </a:r>
            <a:r>
              <a:rPr lang="en-IN" dirty="0"/>
              <a:t> → Revenue Forecast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Customers</a:t>
            </a:r>
            <a:r>
              <a:rPr lang="en-IN" dirty="0"/>
              <a:t> → Repeat &amp; Valuable Customers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17" name="Graphic 16" descr="Books on shelf with solid fill">
            <a:extLst>
              <a:ext uri="{FF2B5EF4-FFF2-40B4-BE49-F238E27FC236}">
                <a16:creationId xmlns:a16="http://schemas.microsoft.com/office/drawing/2014/main" id="{E39FBAE8-2545-F578-84C8-FDF980A3C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261" y="412895"/>
            <a:ext cx="574040" cy="5740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6D0E49B-6FF5-5C8C-A915-A6CEEA9A88BD}"/>
              </a:ext>
            </a:extLst>
          </p:cNvPr>
          <p:cNvSpPr txBox="1"/>
          <p:nvPr/>
        </p:nvSpPr>
        <p:spPr>
          <a:xfrm>
            <a:off x="1155925" y="463715"/>
            <a:ext cx="10428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2941703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174033E-7BE2-4E8C-B71C-65EFA126D226}"/>
              </a:ext>
            </a:extLst>
          </p:cNvPr>
          <p:cNvSpPr/>
          <p:nvPr/>
        </p:nvSpPr>
        <p:spPr>
          <a:xfrm>
            <a:off x="2041185" y="-2331462"/>
            <a:ext cx="12170863" cy="663852"/>
          </a:xfrm>
          <a:prstGeom prst="rect">
            <a:avLst/>
          </a:prstGeom>
          <a:solidFill>
            <a:srgbClr val="35CC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Books on shelf with solid fill">
            <a:extLst>
              <a:ext uri="{FF2B5EF4-FFF2-40B4-BE49-F238E27FC236}">
                <a16:creationId xmlns:a16="http://schemas.microsoft.com/office/drawing/2014/main" id="{CB44EA25-E44B-887C-874D-7DDAB0E2FD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4640" y="401320"/>
            <a:ext cx="574040" cy="574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1FA842-9433-A23A-C54E-9B27A0E48C57}"/>
              </a:ext>
            </a:extLst>
          </p:cNvPr>
          <p:cNvSpPr txBox="1"/>
          <p:nvPr/>
        </p:nvSpPr>
        <p:spPr>
          <a:xfrm>
            <a:off x="868680" y="452140"/>
            <a:ext cx="1046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RECOMMENDATIONS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030326-3CDD-9157-C01F-C254155231EF}"/>
              </a:ext>
            </a:extLst>
          </p:cNvPr>
          <p:cNvSpPr txBox="1"/>
          <p:nvPr/>
        </p:nvSpPr>
        <p:spPr>
          <a:xfrm>
            <a:off x="396240" y="1239520"/>
            <a:ext cx="112471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Increase investment in high-performing marketing sources and campaigns that generate higher orders, conversion rates, and revenue.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Prioritize high-performing products with strong revenue and gross profit, and give them greater visibility through promotions and website placement.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Investigate and improve underperforming products through pricing adjustments, promotions, better product descriptions, or product replacement.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Improve website conversion by identifying high-traffic pages and customer journeys where visitors are not converting into orders.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Optimize the mobile website experience if mobile users show lower conversion or engagement compared with desktop users.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Develop loyalty programs and personalized offers to increase repeat visits, repeat purchases, and customer retention. 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369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D298D5-BC46-F461-CB15-A91637ADE344}"/>
              </a:ext>
            </a:extLst>
          </p:cNvPr>
          <p:cNvSpPr/>
          <p:nvPr/>
        </p:nvSpPr>
        <p:spPr>
          <a:xfrm>
            <a:off x="2041185" y="-2331462"/>
            <a:ext cx="12170863" cy="663852"/>
          </a:xfrm>
          <a:prstGeom prst="rect">
            <a:avLst/>
          </a:prstGeom>
          <a:solidFill>
            <a:srgbClr val="35CC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Books on shelf with solid fill">
            <a:extLst>
              <a:ext uri="{FF2B5EF4-FFF2-40B4-BE49-F238E27FC236}">
                <a16:creationId xmlns:a16="http://schemas.microsoft.com/office/drawing/2014/main" id="{783D2A6C-5E78-EC74-5B66-DEB2F71AB8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4640" y="401320"/>
            <a:ext cx="574040" cy="574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594093-CF5C-9C76-6723-4671311C06FF}"/>
              </a:ext>
            </a:extLst>
          </p:cNvPr>
          <p:cNvSpPr txBox="1"/>
          <p:nvPr/>
        </p:nvSpPr>
        <p:spPr>
          <a:xfrm>
            <a:off x="868680" y="452140"/>
            <a:ext cx="1046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D9D7DA-D184-307A-D1C9-25E57F9DE455}"/>
              </a:ext>
            </a:extLst>
          </p:cNvPr>
          <p:cNvSpPr txBox="1"/>
          <p:nvPr/>
        </p:nvSpPr>
        <p:spPr>
          <a:xfrm>
            <a:off x="396240" y="1239520"/>
            <a:ext cx="112471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The analysis provides a 360-degree view of the e-commerce business, covering sales, customers, website performance, marketing, products, and refunds.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The dashboards enable stakeholders to track important KPIs regularly and identify changes in business performance.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Revenue, orders, gross profit, and AOV help the CEO understand the company's overall financial and growth performance.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Website analysis helps identify traffic, engagement, device performance, and conversion opportunities.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Marketing analysis helps identify the most effective sources, campaigns, and content for generating orders and revenue.</a:t>
            </a:r>
          </a:p>
          <a:p>
            <a:pPr lvl="0"/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Product analysis identifies high-performing, underperforming, and new products, supporting better product and investment decisions.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Refund analysis highlights products and periods that may negatively impact net revenue and profitability.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776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85AA4A-89B1-2C7B-C6FE-8E88CA847D1B}"/>
              </a:ext>
            </a:extLst>
          </p:cNvPr>
          <p:cNvSpPr txBox="1"/>
          <p:nvPr/>
        </p:nvSpPr>
        <p:spPr>
          <a:xfrm>
            <a:off x="1879600" y="2712720"/>
            <a:ext cx="8138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530098940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15890</TotalTime>
  <Words>2135</Words>
  <Application>Microsoft Office PowerPoint</Application>
  <PresentationFormat>Widescreen</PresentationFormat>
  <Paragraphs>314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Open Sans</vt:lpstr>
      <vt:lpstr>PT Sans Narrow</vt:lpstr>
      <vt:lpstr>Raleway</vt:lpstr>
      <vt:lpstr>Wingdings</vt:lpstr>
      <vt:lpstr>Tropic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Pankaj Kumar</cp:lastModifiedBy>
  <cp:revision>607</cp:revision>
  <dcterms:created xsi:type="dcterms:W3CDTF">2025-04-04T02:52:34Z</dcterms:created>
  <dcterms:modified xsi:type="dcterms:W3CDTF">2026-09-02T11:30:24Z</dcterms:modified>
</cp:coreProperties>
</file>